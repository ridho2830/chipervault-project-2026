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New Sun Playful" charset="1" panose="00000000000000000000"/>
      <p:regular r:id="rId20"/>
    </p:embeddedFont>
    <p:embeddedFont>
      <p:font typeface="Aileron" charset="1" panose="00000500000000000000"/>
      <p:regular r:id="rId21"/>
    </p:embeddedFont>
    <p:embeddedFont>
      <p:font typeface="Aileron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771027" cy="10287000"/>
          </a:xfrm>
          <a:custGeom>
            <a:avLst/>
            <a:gdLst/>
            <a:ahLst/>
            <a:cxnLst/>
            <a:rect r="r" b="b" t="t" l="l"/>
            <a:pathLst>
              <a:path h="10287000" w="7771027">
                <a:moveTo>
                  <a:pt x="0" y="0"/>
                </a:moveTo>
                <a:lnTo>
                  <a:pt x="7771027" y="0"/>
                </a:lnTo>
                <a:lnTo>
                  <a:pt x="7771027" y="10287000"/>
                </a:lnTo>
                <a:lnTo>
                  <a:pt x="0" y="10287000"/>
                </a:lnTo>
                <a:lnTo>
                  <a:pt x="0" y="0"/>
                </a:lnTo>
                <a:close/>
              </a:path>
            </a:pathLst>
          </a:custGeom>
          <a:blipFill>
            <a:blip r:embed="rId2"/>
            <a:stretch>
              <a:fillRect l="0" t="0" r="-86684" b="0"/>
            </a:stretch>
          </a:blipFill>
        </p:spPr>
      </p:sp>
      <p:sp>
        <p:nvSpPr>
          <p:cNvPr name="Freeform 3" id="3"/>
          <p:cNvSpPr/>
          <p:nvPr/>
        </p:nvSpPr>
        <p:spPr>
          <a:xfrm flipH="false" flipV="false" rot="0">
            <a:off x="10918754" y="543114"/>
            <a:ext cx="7369246" cy="9743886"/>
          </a:xfrm>
          <a:custGeom>
            <a:avLst/>
            <a:gdLst/>
            <a:ahLst/>
            <a:cxnLst/>
            <a:rect r="r" b="b" t="t" l="l"/>
            <a:pathLst>
              <a:path h="9743886" w="7369246">
                <a:moveTo>
                  <a:pt x="0" y="0"/>
                </a:moveTo>
                <a:lnTo>
                  <a:pt x="7369246" y="0"/>
                </a:lnTo>
                <a:lnTo>
                  <a:pt x="7369246" y="9743886"/>
                </a:lnTo>
                <a:lnTo>
                  <a:pt x="0" y="9743886"/>
                </a:lnTo>
                <a:lnTo>
                  <a:pt x="0" y="0"/>
                </a:lnTo>
                <a:close/>
              </a:path>
            </a:pathLst>
          </a:custGeom>
          <a:blipFill>
            <a:blip r:embed="rId2"/>
            <a:stretch>
              <a:fillRect l="-82998" t="-148" r="-3748" b="0"/>
            </a:stretch>
          </a:blipFill>
        </p:spPr>
      </p:sp>
      <p:sp>
        <p:nvSpPr>
          <p:cNvPr name="TextBox 4" id="4"/>
          <p:cNvSpPr txBox="true"/>
          <p:nvPr/>
        </p:nvSpPr>
        <p:spPr>
          <a:xfrm rot="0">
            <a:off x="5757521" y="2563837"/>
            <a:ext cx="6772958" cy="3822700"/>
          </a:xfrm>
          <a:prstGeom prst="rect">
            <a:avLst/>
          </a:prstGeom>
        </p:spPr>
        <p:txBody>
          <a:bodyPr anchor="t" rtlCol="false" tIns="0" lIns="0" bIns="0" rIns="0">
            <a:spAutoFit/>
          </a:bodyPr>
          <a:lstStyle/>
          <a:p>
            <a:pPr algn="ctr" marL="0" indent="0" lvl="0">
              <a:lnSpc>
                <a:spcPts val="5000"/>
              </a:lnSpc>
            </a:pPr>
            <a:r>
              <a:rPr lang="en-US" sz="5000" spc="585">
                <a:solidFill>
                  <a:srgbClr val="000000"/>
                </a:solidFill>
                <a:latin typeface="New Sun Playful"/>
                <a:ea typeface="New Sun Playful"/>
                <a:cs typeface="New Sun Playful"/>
                <a:sym typeface="New Sun Playful"/>
              </a:rPr>
              <a:t>SISTEM BRANKAS DIGITAL UNTUK </a:t>
            </a:r>
            <a:r>
              <a:rPr lang="en-US" sz="5000" spc="585" strike="noStrike" u="none">
                <a:solidFill>
                  <a:srgbClr val="000000"/>
                </a:solidFill>
                <a:latin typeface="New Sun Playful"/>
                <a:ea typeface="New Sun Playful"/>
                <a:cs typeface="New Sun Playful"/>
                <a:sym typeface="New Sun Playful"/>
              </a:rPr>
              <a:t>P</a:t>
            </a:r>
            <a:r>
              <a:rPr lang="en-US" sz="5000" spc="585" strike="noStrike" u="none">
                <a:solidFill>
                  <a:srgbClr val="000000"/>
                </a:solidFill>
                <a:latin typeface="New Sun Playful"/>
                <a:ea typeface="New Sun Playful"/>
                <a:cs typeface="New Sun Playful"/>
                <a:sym typeface="New Sun Playful"/>
              </a:rPr>
              <a:t>ENGAMANAN DATA MENGGUNAKAN KRIPTOGRAFI A</a:t>
            </a:r>
            <a:r>
              <a:rPr lang="en-US" sz="5000" spc="585" strike="noStrike" u="none">
                <a:solidFill>
                  <a:srgbClr val="000000"/>
                </a:solidFill>
                <a:latin typeface="New Sun Playful"/>
                <a:ea typeface="New Sun Playful"/>
                <a:cs typeface="New Sun Playful"/>
                <a:sym typeface="New Sun Playful"/>
              </a:rPr>
              <a:t>E</a:t>
            </a:r>
            <a:r>
              <a:rPr lang="en-US" sz="5000" spc="585" strike="noStrike" u="none">
                <a:solidFill>
                  <a:srgbClr val="000000"/>
                </a:solidFill>
                <a:latin typeface="New Sun Playful"/>
                <a:ea typeface="New Sun Playful"/>
                <a:cs typeface="New Sun Playful"/>
                <a:sym typeface="New Sun Playful"/>
              </a:rPr>
              <a:t>S-256 BERBASIS WEB</a:t>
            </a:r>
          </a:p>
        </p:txBody>
      </p:sp>
      <p:sp>
        <p:nvSpPr>
          <p:cNvPr name="TextBox 5" id="5"/>
          <p:cNvSpPr txBox="true"/>
          <p:nvPr/>
        </p:nvSpPr>
        <p:spPr>
          <a:xfrm rot="0">
            <a:off x="6060332" y="8343114"/>
            <a:ext cx="6167335" cy="491112"/>
          </a:xfrm>
          <a:prstGeom prst="rect">
            <a:avLst/>
          </a:prstGeom>
        </p:spPr>
        <p:txBody>
          <a:bodyPr anchor="t" rtlCol="false" tIns="0" lIns="0" bIns="0" rIns="0">
            <a:spAutoFit/>
          </a:bodyPr>
          <a:lstStyle/>
          <a:p>
            <a:pPr algn="ctr" marL="0" indent="0" lvl="0">
              <a:lnSpc>
                <a:spcPts val="3762"/>
              </a:lnSpc>
              <a:spcBef>
                <a:spcPct val="0"/>
              </a:spcBef>
            </a:pPr>
            <a:r>
              <a:rPr lang="en-US" sz="3420" spc="673" strike="noStrike" u="none">
                <a:solidFill>
                  <a:srgbClr val="000000"/>
                </a:solidFill>
                <a:latin typeface="New Sun Playful"/>
                <a:ea typeface="New Sun Playful"/>
                <a:cs typeface="New Sun Playful"/>
                <a:sym typeface="New Sun Playful"/>
              </a:rPr>
              <a:t>TEAM 3</a:t>
            </a:r>
          </a:p>
        </p:txBody>
      </p:sp>
      <p:sp>
        <p:nvSpPr>
          <p:cNvPr name="TextBox 6" id="6"/>
          <p:cNvSpPr txBox="true"/>
          <p:nvPr/>
        </p:nvSpPr>
        <p:spPr>
          <a:xfrm rot="0">
            <a:off x="6406598" y="797431"/>
            <a:ext cx="5108638" cy="491112"/>
          </a:xfrm>
          <a:prstGeom prst="rect">
            <a:avLst/>
          </a:prstGeom>
        </p:spPr>
        <p:txBody>
          <a:bodyPr anchor="t" rtlCol="false" tIns="0" lIns="0" bIns="0" rIns="0">
            <a:spAutoFit/>
          </a:bodyPr>
          <a:lstStyle/>
          <a:p>
            <a:pPr algn="ctr" marL="0" indent="0" lvl="0">
              <a:lnSpc>
                <a:spcPts val="3762"/>
              </a:lnSpc>
              <a:spcBef>
                <a:spcPct val="0"/>
              </a:spcBef>
            </a:pPr>
            <a:r>
              <a:rPr lang="en-US" sz="3420" spc="673">
                <a:solidFill>
                  <a:srgbClr val="000000"/>
                </a:solidFill>
                <a:latin typeface="New Sun Playful"/>
                <a:ea typeface="New Sun Playful"/>
                <a:cs typeface="New Sun Playful"/>
                <a:sym typeface="New Sun Playful"/>
              </a:rPr>
              <a:t>MATARAM</a:t>
            </a:r>
            <a:r>
              <a:rPr lang="en-US" sz="3420" spc="673" strike="noStrike" u="none">
                <a:solidFill>
                  <a:srgbClr val="000000"/>
                </a:solidFill>
                <a:latin typeface="New Sun Playful"/>
                <a:ea typeface="New Sun Playful"/>
                <a:cs typeface="New Sun Playful"/>
                <a:sym typeface="New Sun Playful"/>
              </a:rPr>
              <a:t>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239500" y="3170218"/>
            <a:ext cx="6201142" cy="2638304"/>
          </a:xfrm>
          <a:custGeom>
            <a:avLst/>
            <a:gdLst/>
            <a:ahLst/>
            <a:cxnLst/>
            <a:rect r="r" b="b" t="t" l="l"/>
            <a:pathLst>
              <a:path h="2638304" w="6201142">
                <a:moveTo>
                  <a:pt x="6201142" y="0"/>
                </a:moveTo>
                <a:lnTo>
                  <a:pt x="0" y="0"/>
                </a:lnTo>
                <a:lnTo>
                  <a:pt x="0" y="2638304"/>
                </a:lnTo>
                <a:lnTo>
                  <a:pt x="6201142" y="2638304"/>
                </a:lnTo>
                <a:lnTo>
                  <a:pt x="62011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324282" y="6710314"/>
            <a:ext cx="5724790" cy="1462207"/>
          </a:xfrm>
          <a:custGeom>
            <a:avLst/>
            <a:gdLst/>
            <a:ahLst/>
            <a:cxnLst/>
            <a:rect r="r" b="b" t="t" l="l"/>
            <a:pathLst>
              <a:path h="1462207" w="5724790">
                <a:moveTo>
                  <a:pt x="5724789" y="1462206"/>
                </a:moveTo>
                <a:lnTo>
                  <a:pt x="0" y="1462206"/>
                </a:lnTo>
                <a:lnTo>
                  <a:pt x="0" y="0"/>
                </a:lnTo>
                <a:lnTo>
                  <a:pt x="5724789" y="0"/>
                </a:lnTo>
                <a:lnTo>
                  <a:pt x="5724789" y="1462206"/>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641712" y="5143500"/>
            <a:ext cx="7212979" cy="5337955"/>
            <a:chOff x="0" y="0"/>
            <a:chExt cx="9617306" cy="7117273"/>
          </a:xfrm>
        </p:grpSpPr>
        <p:sp>
          <p:nvSpPr>
            <p:cNvPr name="Freeform 5" id="5"/>
            <p:cNvSpPr/>
            <p:nvPr/>
          </p:nvSpPr>
          <p:spPr>
            <a:xfrm flipH="false" flipV="false" rot="0">
              <a:off x="1615116" y="0"/>
              <a:ext cx="7571567" cy="7117273"/>
            </a:xfrm>
            <a:custGeom>
              <a:avLst/>
              <a:gdLst/>
              <a:ahLst/>
              <a:cxnLst/>
              <a:rect r="r" b="b" t="t" l="l"/>
              <a:pathLst>
                <a:path h="7117273" w="7571567">
                  <a:moveTo>
                    <a:pt x="0" y="0"/>
                  </a:moveTo>
                  <a:lnTo>
                    <a:pt x="7571567" y="0"/>
                  </a:lnTo>
                  <a:lnTo>
                    <a:pt x="7571567" y="7117273"/>
                  </a:lnTo>
                  <a:lnTo>
                    <a:pt x="0" y="71172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a:off x="438334" y="4410631"/>
              <a:ext cx="1707073" cy="2618213"/>
            </a:xfrm>
            <a:custGeom>
              <a:avLst/>
              <a:gdLst/>
              <a:ahLst/>
              <a:cxnLst/>
              <a:rect r="r" b="b" t="t" l="l"/>
              <a:pathLst>
                <a:path h="2618213" w="1707073">
                  <a:moveTo>
                    <a:pt x="0" y="2618213"/>
                  </a:moveTo>
                  <a:quadBezTo>
                    <a:pt x="406206" y="370453"/>
                    <a:pt x="1707073" y="0"/>
                  </a:quadBezTo>
                </a:path>
              </a:pathLst>
            </a:custGeom>
            <a:ln cap="flat" w="127000">
              <a:solidFill>
                <a:srgbClr val="000000"/>
              </a:solidFill>
              <a:prstDash val="solid"/>
              <a:headEnd type="none" len="sm" w="sm"/>
              <a:tailEnd type="none" len="sm" w="sm"/>
            </a:ln>
          </p:spPr>
        </p:sp>
        <p:sp>
          <p:nvSpPr>
            <p:cNvPr name="Freeform 7" id="7"/>
            <p:cNvSpPr/>
            <p:nvPr/>
          </p:nvSpPr>
          <p:spPr>
            <a:xfrm>
              <a:off x="8988757" y="5148054"/>
              <a:ext cx="519452" cy="1880790"/>
            </a:xfrm>
            <a:custGeom>
              <a:avLst/>
              <a:gdLst/>
              <a:ahLst/>
              <a:cxnLst/>
              <a:rect r="r" b="b" t="t" l="l"/>
              <a:pathLst>
                <a:path h="1880790" w="519452">
                  <a:moveTo>
                    <a:pt x="287818" y="1880790"/>
                  </a:moveTo>
                  <a:quadBezTo>
                    <a:pt x="866328" y="829843"/>
                    <a:pt x="0" y="0"/>
                  </a:quadBezTo>
                </a:path>
              </a:pathLst>
            </a:custGeom>
            <a:ln cap="flat" w="127000">
              <a:solidFill>
                <a:srgbClr val="000000"/>
              </a:solidFill>
              <a:prstDash val="solid"/>
              <a:headEnd type="none" len="sm" w="sm"/>
              <a:tailEnd type="none" len="sm" w="sm"/>
            </a:ln>
          </p:spPr>
        </p:sp>
      </p:grpSp>
      <p:sp>
        <p:nvSpPr>
          <p:cNvPr name="Freeform 8" id="8"/>
          <p:cNvSpPr/>
          <p:nvPr/>
        </p:nvSpPr>
        <p:spPr>
          <a:xfrm flipH="true" flipV="false" rot="0">
            <a:off x="574261" y="2973415"/>
            <a:ext cx="5796528" cy="2492507"/>
          </a:xfrm>
          <a:custGeom>
            <a:avLst/>
            <a:gdLst/>
            <a:ahLst/>
            <a:cxnLst/>
            <a:rect r="r" b="b" t="t" l="l"/>
            <a:pathLst>
              <a:path h="2492507" w="5796528">
                <a:moveTo>
                  <a:pt x="5796528" y="0"/>
                </a:moveTo>
                <a:lnTo>
                  <a:pt x="0" y="0"/>
                </a:lnTo>
                <a:lnTo>
                  <a:pt x="0" y="2492507"/>
                </a:lnTo>
                <a:lnTo>
                  <a:pt x="5796528" y="2492507"/>
                </a:lnTo>
                <a:lnTo>
                  <a:pt x="579652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7676028" y="3569449"/>
            <a:ext cx="1467972" cy="1329182"/>
          </a:xfrm>
          <a:custGeom>
            <a:avLst/>
            <a:gdLst/>
            <a:ahLst/>
            <a:cxnLst/>
            <a:rect r="r" b="b" t="t" l="l"/>
            <a:pathLst>
              <a:path h="1329182" w="1467972">
                <a:moveTo>
                  <a:pt x="0" y="0"/>
                </a:moveTo>
                <a:lnTo>
                  <a:pt x="1467972" y="0"/>
                </a:lnTo>
                <a:lnTo>
                  <a:pt x="1467972" y="1329182"/>
                </a:lnTo>
                <a:lnTo>
                  <a:pt x="0" y="13291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2619524" y="1162050"/>
            <a:ext cx="12934653" cy="1632835"/>
          </a:xfrm>
          <a:prstGeom prst="rect">
            <a:avLst/>
          </a:prstGeom>
        </p:spPr>
        <p:txBody>
          <a:bodyPr anchor="t" rtlCol="false" tIns="0" lIns="0" bIns="0" rIns="0">
            <a:spAutoFit/>
          </a:bodyPr>
          <a:lstStyle/>
          <a:p>
            <a:pPr algn="ctr" marL="0" indent="0" lvl="0">
              <a:lnSpc>
                <a:spcPts val="12959"/>
              </a:lnSpc>
            </a:pPr>
            <a:r>
              <a:rPr lang="en-US" sz="10450" spc="2058">
                <a:solidFill>
                  <a:srgbClr val="000000"/>
                </a:solidFill>
                <a:latin typeface="New Sun Playful"/>
                <a:ea typeface="New Sun Playful"/>
                <a:cs typeface="New Sun Playful"/>
                <a:sym typeface="New Sun Playful"/>
              </a:rPr>
              <a:t>G</a:t>
            </a:r>
            <a:r>
              <a:rPr lang="en-US" sz="10450" spc="2058" strike="noStrike" u="none">
                <a:solidFill>
                  <a:srgbClr val="000000"/>
                </a:solidFill>
                <a:latin typeface="New Sun Playful"/>
                <a:ea typeface="New Sun Playful"/>
                <a:cs typeface="New Sun Playful"/>
                <a:sym typeface="New Sun Playful"/>
              </a:rPr>
              <a:t>ro</a:t>
            </a:r>
            <a:r>
              <a:rPr lang="en-US" sz="10450" spc="2058" strike="noStrike" u="none">
                <a:solidFill>
                  <a:srgbClr val="000000"/>
                </a:solidFill>
                <a:latin typeface="New Sun Playful"/>
                <a:ea typeface="New Sun Playful"/>
                <a:cs typeface="New Sun Playful"/>
                <a:sym typeface="New Sun Playful"/>
              </a:rPr>
              <a:t>up Mem</a:t>
            </a:r>
            <a:r>
              <a:rPr lang="en-US" sz="10450" spc="2058" strike="noStrike" u="none">
                <a:solidFill>
                  <a:srgbClr val="000000"/>
                </a:solidFill>
                <a:latin typeface="New Sun Playful"/>
                <a:ea typeface="New Sun Playful"/>
                <a:cs typeface="New Sun Playful"/>
                <a:sym typeface="New Sun Playful"/>
              </a:rPr>
              <a:t>be</a:t>
            </a:r>
            <a:r>
              <a:rPr lang="en-US" sz="10450" spc="2058" strike="noStrike" u="none">
                <a:solidFill>
                  <a:srgbClr val="000000"/>
                </a:solidFill>
                <a:latin typeface="New Sun Playful"/>
                <a:ea typeface="New Sun Playful"/>
                <a:cs typeface="New Sun Playful"/>
                <a:sym typeface="New Sun Playful"/>
              </a:rPr>
              <a:t>r</a:t>
            </a:r>
            <a:r>
              <a:rPr lang="en-US" sz="10450" spc="2058" strike="noStrike" u="none">
                <a:solidFill>
                  <a:srgbClr val="000000"/>
                </a:solidFill>
                <a:latin typeface="New Sun Playful"/>
                <a:ea typeface="New Sun Playful"/>
                <a:cs typeface="New Sun Playful"/>
                <a:sym typeface="New Sun Playful"/>
              </a:rPr>
              <a:t>s!?</a:t>
            </a:r>
          </a:p>
        </p:txBody>
      </p:sp>
      <p:sp>
        <p:nvSpPr>
          <p:cNvPr name="TextBox 11" id="11"/>
          <p:cNvSpPr txBox="true"/>
          <p:nvPr/>
        </p:nvSpPr>
        <p:spPr>
          <a:xfrm rot="0">
            <a:off x="1121108" y="3598024"/>
            <a:ext cx="4702834"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MUHAMMAD AFIF DHIYAULHAQ</a:t>
            </a:r>
          </a:p>
        </p:txBody>
      </p:sp>
      <p:sp>
        <p:nvSpPr>
          <p:cNvPr name="TextBox 12" id="12"/>
          <p:cNvSpPr txBox="true"/>
          <p:nvPr/>
        </p:nvSpPr>
        <p:spPr>
          <a:xfrm rot="0">
            <a:off x="11804327" y="3598024"/>
            <a:ext cx="507148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MUHAMMAD ARAFA YAHFAZHKA</a:t>
            </a:r>
          </a:p>
        </p:txBody>
      </p:sp>
      <p:sp>
        <p:nvSpPr>
          <p:cNvPr name="TextBox 13" id="13"/>
          <p:cNvSpPr txBox="true"/>
          <p:nvPr/>
        </p:nvSpPr>
        <p:spPr>
          <a:xfrm rot="0">
            <a:off x="13216641" y="7021144"/>
            <a:ext cx="4148137"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RAFLY RIDHO' SUKARDI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99476" y="1322080"/>
            <a:ext cx="9803861"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strike="noStrike" u="none">
                <a:solidFill>
                  <a:srgbClr val="000000"/>
                </a:solidFill>
                <a:latin typeface="New Sun Playful"/>
                <a:ea typeface="New Sun Playful"/>
                <a:cs typeface="New Sun Playful"/>
                <a:sym typeface="New Sun Playful"/>
              </a:rPr>
              <a:t>Background?</a:t>
            </a:r>
          </a:p>
        </p:txBody>
      </p:sp>
      <p:sp>
        <p:nvSpPr>
          <p:cNvPr name="Freeform 3" id="3"/>
          <p:cNvSpPr/>
          <p:nvPr/>
        </p:nvSpPr>
        <p:spPr>
          <a:xfrm flipH="true" flipV="false" rot="0">
            <a:off x="7757693" y="3957321"/>
            <a:ext cx="3844246" cy="3887986"/>
          </a:xfrm>
          <a:custGeom>
            <a:avLst/>
            <a:gdLst/>
            <a:ahLst/>
            <a:cxnLst/>
            <a:rect r="r" b="b" t="t" l="l"/>
            <a:pathLst>
              <a:path h="3887986" w="3844246">
                <a:moveTo>
                  <a:pt x="3844245" y="0"/>
                </a:moveTo>
                <a:lnTo>
                  <a:pt x="0" y="0"/>
                </a:lnTo>
                <a:lnTo>
                  <a:pt x="0" y="3887986"/>
                </a:lnTo>
                <a:lnTo>
                  <a:pt x="3844245" y="3887986"/>
                </a:lnTo>
                <a:lnTo>
                  <a:pt x="3844245" y="0"/>
                </a:lnTo>
                <a:close/>
              </a:path>
            </a:pathLst>
          </a:custGeom>
          <a:blipFill>
            <a:blip r:embed="rId2"/>
            <a:stretch>
              <a:fillRect l="0" t="0" r="0" b="0"/>
            </a:stretch>
          </a:blipFill>
        </p:spPr>
      </p:sp>
      <p:sp>
        <p:nvSpPr>
          <p:cNvPr name="Freeform 4" id="4"/>
          <p:cNvSpPr/>
          <p:nvPr/>
        </p:nvSpPr>
        <p:spPr>
          <a:xfrm flipH="false" flipV="false" rot="0">
            <a:off x="12065337" y="1417330"/>
            <a:ext cx="4053322" cy="3891189"/>
          </a:xfrm>
          <a:custGeom>
            <a:avLst/>
            <a:gdLst/>
            <a:ahLst/>
            <a:cxnLst/>
            <a:rect r="r" b="b" t="t" l="l"/>
            <a:pathLst>
              <a:path h="3891189" w="4053322">
                <a:moveTo>
                  <a:pt x="0" y="0"/>
                </a:moveTo>
                <a:lnTo>
                  <a:pt x="4053322" y="0"/>
                </a:lnTo>
                <a:lnTo>
                  <a:pt x="4053322" y="3891189"/>
                </a:lnTo>
                <a:lnTo>
                  <a:pt x="0" y="3891189"/>
                </a:lnTo>
                <a:lnTo>
                  <a:pt x="0" y="0"/>
                </a:lnTo>
                <a:close/>
              </a:path>
            </a:pathLst>
          </a:custGeom>
          <a:blipFill>
            <a:blip r:embed="rId3"/>
            <a:stretch>
              <a:fillRect l="0" t="0" r="0" b="0"/>
            </a:stretch>
          </a:blipFill>
        </p:spPr>
      </p:sp>
      <p:sp>
        <p:nvSpPr>
          <p:cNvPr name="TextBox 5" id="5"/>
          <p:cNvSpPr txBox="true"/>
          <p:nvPr/>
        </p:nvSpPr>
        <p:spPr>
          <a:xfrm rot="0">
            <a:off x="3305281" y="3278764"/>
            <a:ext cx="3780761" cy="2670175"/>
          </a:xfrm>
          <a:prstGeom prst="rect">
            <a:avLst/>
          </a:prstGeom>
        </p:spPr>
        <p:txBody>
          <a:bodyPr anchor="t" rtlCol="false" tIns="0" lIns="0" bIns="0" rIns="0">
            <a:spAutoFit/>
          </a:bodyPr>
          <a:lstStyle/>
          <a:p>
            <a:pPr algn="just" marL="0" indent="0" lvl="0">
              <a:lnSpc>
                <a:spcPts val="3049"/>
              </a:lnSpc>
              <a:spcBef>
                <a:spcPct val="0"/>
              </a:spcBef>
            </a:pPr>
            <a:r>
              <a:rPr lang="en-US" sz="2499" spc="-74">
                <a:solidFill>
                  <a:srgbClr val="1E1E1E"/>
                </a:solidFill>
                <a:latin typeface="Aileron"/>
                <a:ea typeface="Aileron"/>
                <a:cs typeface="Aileron"/>
                <a:sym typeface="Aileron"/>
              </a:rPr>
              <a:t>Pe</a:t>
            </a:r>
            <a:r>
              <a:rPr lang="en-US" sz="2499" spc="-74" strike="noStrike" u="none">
                <a:solidFill>
                  <a:srgbClr val="1E1E1E"/>
                </a:solidFill>
                <a:latin typeface="Aileron"/>
                <a:ea typeface="Aileron"/>
                <a:cs typeface="Aileron"/>
                <a:sym typeface="Aileron"/>
              </a:rPr>
              <a:t>rkembangan teknologi digital menyebabkan pengguna semakin banyak menyimpan dokumen pribadi, password, dan data penting dalam bentuk digital.</a:t>
            </a:r>
          </a:p>
        </p:txBody>
      </p:sp>
      <p:sp>
        <p:nvSpPr>
          <p:cNvPr name="TextBox 6" id="6"/>
          <p:cNvSpPr txBox="true"/>
          <p:nvPr/>
        </p:nvSpPr>
        <p:spPr>
          <a:xfrm rot="0">
            <a:off x="1460478" y="4036501"/>
            <a:ext cx="1454906" cy="1402352"/>
          </a:xfrm>
          <a:prstGeom prst="rect">
            <a:avLst/>
          </a:prstGeom>
        </p:spPr>
        <p:txBody>
          <a:bodyPr anchor="t" rtlCol="false" tIns="0" lIns="0" bIns="0" rIns="0">
            <a:spAutoFit/>
          </a:bodyPr>
          <a:lstStyle/>
          <a:p>
            <a:pPr algn="just" marL="0" indent="0" lvl="0">
              <a:lnSpc>
                <a:spcPts val="11052"/>
              </a:lnSpc>
              <a:spcBef>
                <a:spcPct val="0"/>
              </a:spcBef>
            </a:pPr>
            <a:r>
              <a:rPr lang="en-US" b="true" sz="9059" spc="-1268" strike="noStrike" u="none">
                <a:solidFill>
                  <a:srgbClr val="1E1E1E"/>
                </a:solidFill>
                <a:latin typeface="Aileron Bold"/>
                <a:ea typeface="Aileron Bold"/>
                <a:cs typeface="Aileron Bold"/>
                <a:sym typeface="Aileron Bold"/>
              </a:rPr>
              <a:t>01</a:t>
            </a:r>
          </a:p>
        </p:txBody>
      </p:sp>
      <p:sp>
        <p:nvSpPr>
          <p:cNvPr name="TextBox 7" id="7"/>
          <p:cNvSpPr txBox="true"/>
          <p:nvPr/>
        </p:nvSpPr>
        <p:spPr>
          <a:xfrm rot="0">
            <a:off x="1460478" y="6495932"/>
            <a:ext cx="3780761" cy="2289175"/>
          </a:xfrm>
          <a:prstGeom prst="rect">
            <a:avLst/>
          </a:prstGeom>
        </p:spPr>
        <p:txBody>
          <a:bodyPr anchor="t" rtlCol="false" tIns="0" lIns="0" bIns="0" rIns="0">
            <a:spAutoFit/>
          </a:bodyPr>
          <a:lstStyle/>
          <a:p>
            <a:pPr algn="just" marL="0" indent="0" lvl="0">
              <a:lnSpc>
                <a:spcPts val="3049"/>
              </a:lnSpc>
              <a:spcBef>
                <a:spcPct val="0"/>
              </a:spcBef>
            </a:pPr>
            <a:r>
              <a:rPr lang="en-US" sz="2499" spc="-74">
                <a:solidFill>
                  <a:srgbClr val="1E1E1E"/>
                </a:solidFill>
                <a:latin typeface="Aileron"/>
                <a:ea typeface="Aileron"/>
                <a:cs typeface="Aileron"/>
                <a:sym typeface="Aileron"/>
              </a:rPr>
              <a:t>Data</a:t>
            </a:r>
            <a:r>
              <a:rPr lang="en-US" sz="2499" spc="-74" strike="noStrike" u="none">
                <a:solidFill>
                  <a:srgbClr val="1E1E1E"/>
                </a:solidFill>
                <a:latin typeface="Aileron"/>
                <a:ea typeface="Aileron"/>
                <a:cs typeface="Aileron"/>
                <a:sym typeface="Aileron"/>
              </a:rPr>
              <a:t> yang tersimpan secara online berisiko mengalami kebocoran akibat serangan siber, pencurian akun, maupun akses oleh pihak yang tidak berwenang.</a:t>
            </a:r>
          </a:p>
        </p:txBody>
      </p:sp>
      <p:sp>
        <p:nvSpPr>
          <p:cNvPr name="TextBox 8" id="8"/>
          <p:cNvSpPr txBox="true"/>
          <p:nvPr/>
        </p:nvSpPr>
        <p:spPr>
          <a:xfrm rot="0">
            <a:off x="5631136" y="7118625"/>
            <a:ext cx="1454906" cy="1405740"/>
          </a:xfrm>
          <a:prstGeom prst="rect">
            <a:avLst/>
          </a:prstGeom>
        </p:spPr>
        <p:txBody>
          <a:bodyPr anchor="t" rtlCol="false" tIns="0" lIns="0" bIns="0" rIns="0">
            <a:spAutoFit/>
          </a:bodyPr>
          <a:lstStyle/>
          <a:p>
            <a:pPr algn="r" marL="0" indent="0" lvl="0">
              <a:lnSpc>
                <a:spcPts val="11052"/>
              </a:lnSpc>
              <a:spcBef>
                <a:spcPct val="0"/>
              </a:spcBef>
            </a:pPr>
            <a:r>
              <a:rPr lang="en-US" b="true" sz="9059" spc="-1268" strike="noStrike" u="none">
                <a:solidFill>
                  <a:srgbClr val="1E1E1E"/>
                </a:solidFill>
                <a:latin typeface="Aileron Bold"/>
                <a:ea typeface="Aileron Bold"/>
                <a:cs typeface="Aileron Bold"/>
                <a:sym typeface="Aileron Bold"/>
              </a:rPr>
              <a:t>02</a:t>
            </a:r>
          </a:p>
        </p:txBody>
      </p:sp>
      <p:sp>
        <p:nvSpPr>
          <p:cNvPr name="TextBox 9" id="9"/>
          <p:cNvSpPr txBox="true"/>
          <p:nvPr/>
        </p:nvSpPr>
        <p:spPr>
          <a:xfrm rot="0">
            <a:off x="13885519" y="5863214"/>
            <a:ext cx="3844640" cy="3051175"/>
          </a:xfrm>
          <a:prstGeom prst="rect">
            <a:avLst/>
          </a:prstGeom>
        </p:spPr>
        <p:txBody>
          <a:bodyPr anchor="t" rtlCol="false" tIns="0" lIns="0" bIns="0" rIns="0">
            <a:spAutoFit/>
          </a:bodyPr>
          <a:lstStyle/>
          <a:p>
            <a:pPr algn="just" marL="0" indent="0" lvl="0">
              <a:lnSpc>
                <a:spcPts val="3049"/>
              </a:lnSpc>
              <a:spcBef>
                <a:spcPct val="0"/>
              </a:spcBef>
            </a:pPr>
            <a:r>
              <a:rPr lang="en-US" sz="2499" spc="-74">
                <a:solidFill>
                  <a:srgbClr val="1E1E1E"/>
                </a:solidFill>
                <a:latin typeface="Aileron"/>
                <a:ea typeface="Aileron"/>
                <a:cs typeface="Aileron"/>
                <a:sym typeface="Aileron"/>
              </a:rPr>
              <a:t>Dipe</a:t>
            </a:r>
            <a:r>
              <a:rPr lang="en-US" sz="2499" spc="-74" strike="noStrike" u="none">
                <a:solidFill>
                  <a:srgbClr val="1E1E1E"/>
                </a:solidFill>
                <a:latin typeface="Aileron"/>
                <a:ea typeface="Aileron"/>
                <a:cs typeface="Aileron"/>
                <a:sym typeface="Aileron"/>
              </a:rPr>
              <a:t>rlukan sistem yang mampu melindungi data melalui enkripsi yang kuat serta memastikan data tetap tidak dapat dibaca meskipun server atau database mengalami kebocoran.</a:t>
            </a:r>
          </a:p>
        </p:txBody>
      </p:sp>
      <p:sp>
        <p:nvSpPr>
          <p:cNvPr name="TextBox 10" id="10"/>
          <p:cNvSpPr txBox="true"/>
          <p:nvPr/>
        </p:nvSpPr>
        <p:spPr>
          <a:xfrm rot="0">
            <a:off x="12040088" y="6596639"/>
            <a:ext cx="1454906" cy="1402352"/>
          </a:xfrm>
          <a:prstGeom prst="rect">
            <a:avLst/>
          </a:prstGeom>
        </p:spPr>
        <p:txBody>
          <a:bodyPr anchor="t" rtlCol="false" tIns="0" lIns="0" bIns="0" rIns="0">
            <a:spAutoFit/>
          </a:bodyPr>
          <a:lstStyle/>
          <a:p>
            <a:pPr algn="just" marL="0" indent="0" lvl="0">
              <a:lnSpc>
                <a:spcPts val="11052"/>
              </a:lnSpc>
              <a:spcBef>
                <a:spcPct val="0"/>
              </a:spcBef>
            </a:pPr>
            <a:r>
              <a:rPr lang="en-US" b="true" sz="9059" spc="-1268">
                <a:solidFill>
                  <a:srgbClr val="1E1E1E"/>
                </a:solidFill>
                <a:latin typeface="Aileron Bold"/>
                <a:ea typeface="Aileron Bold"/>
                <a:cs typeface="Aileron Bold"/>
                <a:sym typeface="Aileron Bold"/>
              </a:rPr>
              <a:t>03</a:t>
            </a:r>
          </a:p>
        </p:txBody>
      </p:sp>
      <p:sp>
        <p:nvSpPr>
          <p:cNvPr name="TextBox 11" id="11"/>
          <p:cNvSpPr txBox="true"/>
          <p:nvPr/>
        </p:nvSpPr>
        <p:spPr>
          <a:xfrm rot="-416147">
            <a:off x="8597422" y="8283588"/>
            <a:ext cx="3542605" cy="491112"/>
          </a:xfrm>
          <a:prstGeom prst="rect">
            <a:avLst/>
          </a:prstGeom>
        </p:spPr>
        <p:txBody>
          <a:bodyPr anchor="t" rtlCol="false" tIns="0" lIns="0" bIns="0" rIns="0">
            <a:spAutoFit/>
          </a:bodyPr>
          <a:lstStyle/>
          <a:p>
            <a:pPr algn="ctr" marL="0" indent="0" lvl="0">
              <a:lnSpc>
                <a:spcPts val="3762"/>
              </a:lnSpc>
            </a:pPr>
            <a:r>
              <a:rPr lang="en-US" sz="3420" spc="673">
                <a:solidFill>
                  <a:srgbClr val="000000"/>
                </a:solidFill>
                <a:latin typeface="New Sun Playful"/>
                <a:ea typeface="New Sun Playful"/>
                <a:cs typeface="New Sun Playful"/>
                <a:sym typeface="New Sun Playful"/>
              </a:rPr>
              <a:t>PLEASE LORD...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2436" y="3890837"/>
            <a:ext cx="9759263" cy="6453313"/>
          </a:xfrm>
          <a:custGeom>
            <a:avLst/>
            <a:gdLst/>
            <a:ahLst/>
            <a:cxnLst/>
            <a:rect r="r" b="b" t="t" l="l"/>
            <a:pathLst>
              <a:path h="6453313" w="9759263">
                <a:moveTo>
                  <a:pt x="0" y="0"/>
                </a:moveTo>
                <a:lnTo>
                  <a:pt x="9759264" y="0"/>
                </a:lnTo>
                <a:lnTo>
                  <a:pt x="9759264" y="6453313"/>
                </a:lnTo>
                <a:lnTo>
                  <a:pt x="0" y="6453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10229759" y="6292017"/>
            <a:ext cx="1313844" cy="432374"/>
          </a:xfrm>
          <a:custGeom>
            <a:avLst/>
            <a:gdLst/>
            <a:ahLst/>
            <a:cxnLst/>
            <a:rect r="r" b="b" t="t" l="l"/>
            <a:pathLst>
              <a:path h="432374" w="1313844">
                <a:moveTo>
                  <a:pt x="0" y="0"/>
                </a:moveTo>
                <a:lnTo>
                  <a:pt x="1313844" y="0"/>
                </a:lnTo>
                <a:lnTo>
                  <a:pt x="1313844" y="432374"/>
                </a:lnTo>
                <a:lnTo>
                  <a:pt x="0" y="432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2190" y="690595"/>
            <a:ext cx="4870564" cy="3823392"/>
          </a:xfrm>
          <a:custGeom>
            <a:avLst/>
            <a:gdLst/>
            <a:ahLst/>
            <a:cxnLst/>
            <a:rect r="r" b="b" t="t" l="l"/>
            <a:pathLst>
              <a:path h="3823392" w="4870564">
                <a:moveTo>
                  <a:pt x="0" y="0"/>
                </a:moveTo>
                <a:lnTo>
                  <a:pt x="4870563" y="0"/>
                </a:lnTo>
                <a:lnTo>
                  <a:pt x="4870563" y="3823392"/>
                </a:lnTo>
                <a:lnTo>
                  <a:pt x="0" y="38233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7998424" y="1369665"/>
            <a:ext cx="8498020" cy="1635804"/>
          </a:xfrm>
          <a:prstGeom prst="rect">
            <a:avLst/>
          </a:prstGeom>
        </p:spPr>
        <p:txBody>
          <a:bodyPr anchor="t" rtlCol="false" tIns="0" lIns="0" bIns="0" rIns="0">
            <a:spAutoFit/>
          </a:bodyPr>
          <a:lstStyle/>
          <a:p>
            <a:pPr algn="ctr" marL="0" indent="0" lvl="0">
              <a:lnSpc>
                <a:spcPts val="12959"/>
              </a:lnSpc>
            </a:pPr>
            <a:r>
              <a:rPr lang="en-US" sz="10450" spc="2058" strike="noStrike" u="none">
                <a:solidFill>
                  <a:srgbClr val="000000"/>
                </a:solidFill>
                <a:latin typeface="New Sun Playful"/>
                <a:ea typeface="New Sun Playful"/>
                <a:cs typeface="New Sun Playful"/>
                <a:sym typeface="New Sun Playful"/>
              </a:rPr>
              <a:t>problems?</a:t>
            </a:r>
          </a:p>
        </p:txBody>
      </p:sp>
      <p:sp>
        <p:nvSpPr>
          <p:cNvPr name="TextBox 6" id="6"/>
          <p:cNvSpPr txBox="true"/>
          <p:nvPr/>
        </p:nvSpPr>
        <p:spPr>
          <a:xfrm rot="0">
            <a:off x="7572115" y="3089924"/>
            <a:ext cx="10019834" cy="2138045"/>
          </a:xfrm>
          <a:prstGeom prst="rect">
            <a:avLst/>
          </a:prstGeom>
        </p:spPr>
        <p:txBody>
          <a:bodyPr anchor="t" rtlCol="false" tIns="0" lIns="0" bIns="0" rIns="0">
            <a:spAutoFit/>
          </a:bodyPr>
          <a:lstStyle/>
          <a:p>
            <a:pPr algn="just" marL="0" indent="0" lvl="0">
              <a:lnSpc>
                <a:spcPts val="2440"/>
              </a:lnSpc>
            </a:pPr>
            <a:r>
              <a:rPr lang="en-US" sz="2000" spc="-60">
                <a:solidFill>
                  <a:srgbClr val="1E1E1E"/>
                </a:solidFill>
                <a:latin typeface="Aileron"/>
                <a:ea typeface="Aileron"/>
                <a:cs typeface="Aileron"/>
                <a:sym typeface="Aileron"/>
              </a:rPr>
              <a:t>Pe</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k</a:t>
            </a:r>
            <a:r>
              <a:rPr lang="en-US" sz="2000" spc="-60" strike="noStrike" u="none">
                <a:solidFill>
                  <a:srgbClr val="1E1E1E"/>
                </a:solidFill>
                <a:latin typeface="Aileron"/>
                <a:ea typeface="Aileron"/>
                <a:cs typeface="Aileron"/>
                <a:sym typeface="Aileron"/>
              </a:rPr>
              <a:t>em</a:t>
            </a:r>
            <a:r>
              <a:rPr lang="en-US" sz="2000" spc="-60" strike="noStrike" u="none">
                <a:solidFill>
                  <a:srgbClr val="1E1E1E"/>
                </a:solidFill>
                <a:latin typeface="Aileron"/>
                <a:ea typeface="Aileron"/>
                <a:cs typeface="Aileron"/>
                <a:sym typeface="Aileron"/>
              </a:rPr>
              <a:t>bangan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tekn</a:t>
            </a:r>
            <a:r>
              <a:rPr lang="en-US" sz="2000" spc="-60" strike="noStrike" u="none">
                <a:solidFill>
                  <a:srgbClr val="1E1E1E"/>
                </a:solidFill>
                <a:latin typeface="Aileron"/>
                <a:ea typeface="Aileron"/>
                <a:cs typeface="Aileron"/>
                <a:sym typeface="Aileron"/>
              </a:rPr>
              <a:t>olo</a:t>
            </a:r>
            <a:r>
              <a:rPr lang="en-US" sz="2000" spc="-60" strike="noStrike" u="none">
                <a:solidFill>
                  <a:srgbClr val="1E1E1E"/>
                </a:solidFill>
                <a:latin typeface="Aileron"/>
                <a:ea typeface="Aileron"/>
                <a:cs typeface="Aileron"/>
                <a:sym typeface="Aileron"/>
              </a:rPr>
              <a:t>gi</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dig</a:t>
            </a:r>
            <a:r>
              <a:rPr lang="en-US" sz="2000" spc="-60" strike="noStrike" u="none">
                <a:solidFill>
                  <a:srgbClr val="1E1E1E"/>
                </a:solidFill>
                <a:latin typeface="Aileron"/>
                <a:ea typeface="Aileron"/>
                <a:cs typeface="Aileron"/>
                <a:sym typeface="Aileron"/>
              </a:rPr>
              <a:t>it</a:t>
            </a:r>
            <a:r>
              <a:rPr lang="en-US" sz="2000" spc="-60" strike="noStrike" u="none">
                <a:solidFill>
                  <a:srgbClr val="1E1E1E"/>
                </a:solidFill>
                <a:latin typeface="Aileron"/>
                <a:ea typeface="Aileron"/>
                <a:cs typeface="Aileron"/>
                <a:sym typeface="Aileron"/>
              </a:rPr>
              <a:t>al</a:t>
            </a:r>
            <a:r>
              <a:rPr lang="en-US" sz="2000" spc="-60" strike="noStrike" u="none">
                <a:solidFill>
                  <a:srgbClr val="1E1E1E"/>
                </a:solidFill>
                <a:latin typeface="Aileron"/>
                <a:ea typeface="Aileron"/>
                <a:cs typeface="Aileron"/>
                <a:sym typeface="Aileron"/>
              </a:rPr>
              <a:t> me</a:t>
            </a:r>
            <a:r>
              <a:rPr lang="en-US" sz="2000" spc="-60" strike="noStrike" u="none">
                <a:solidFill>
                  <a:srgbClr val="1E1E1E"/>
                </a:solidFill>
                <a:latin typeface="Aileron"/>
                <a:ea typeface="Aileron"/>
                <a:cs typeface="Aileron"/>
                <a:sym typeface="Aileron"/>
              </a:rPr>
              <a:t>nyebabka</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se</a:t>
            </a:r>
            <a:r>
              <a:rPr lang="en-US" sz="2000" spc="-60" strike="noStrike" u="none">
                <a:solidFill>
                  <a:srgbClr val="1E1E1E"/>
                </a:solidFill>
                <a:latin typeface="Aileron"/>
                <a:ea typeface="Aileron"/>
                <a:cs typeface="Aileron"/>
                <a:sym typeface="Aileron"/>
              </a:rPr>
              <a:t>makin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b</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nyak </a:t>
            </a:r>
            <a:r>
              <a:rPr lang="en-US" sz="2000" spc="-60" strike="noStrike" u="none">
                <a:solidFill>
                  <a:srgbClr val="1E1E1E"/>
                </a:solidFill>
                <a:latin typeface="Aileron"/>
                <a:ea typeface="Aileron"/>
                <a:cs typeface="Aileron"/>
                <a:sym typeface="Aileron"/>
              </a:rPr>
              <a:t>d</a:t>
            </a:r>
            <a:r>
              <a:rPr lang="en-US" sz="2000" spc="-60" strike="noStrike" u="none">
                <a:solidFill>
                  <a:srgbClr val="1E1E1E"/>
                </a:solidFill>
                <a:latin typeface="Aileron"/>
                <a:ea typeface="Aileron"/>
                <a:cs typeface="Aileron"/>
                <a:sym typeface="Aileron"/>
              </a:rPr>
              <a:t>ata </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it</a:t>
            </a:r>
            <a:r>
              <a:rPr lang="en-US" sz="2000" spc="-60" strike="noStrike" u="none">
                <a:solidFill>
                  <a:srgbClr val="1E1E1E"/>
                </a:solidFill>
                <a:latin typeface="Aileron"/>
                <a:ea typeface="Aileron"/>
                <a:cs typeface="Aileron"/>
                <a:sym typeface="Aileron"/>
              </a:rPr>
              <a:t>if</a:t>
            </a:r>
            <a:r>
              <a:rPr lang="en-US" sz="2000" spc="-60" strike="noStrike" u="none">
                <a:solidFill>
                  <a:srgbClr val="1E1E1E"/>
                </a:solidFill>
                <a:latin typeface="Aileron"/>
                <a:ea typeface="Aileron"/>
                <a:cs typeface="Aileron"/>
                <a:sym typeface="Aileron"/>
              </a:rPr>
              <a:t> se</a:t>
            </a:r>
            <a:r>
              <a:rPr lang="en-US" sz="2000" spc="-60" strike="noStrike" u="none">
                <a:solidFill>
                  <a:srgbClr val="1E1E1E"/>
                </a:solidFill>
                <a:latin typeface="Aileron"/>
                <a:ea typeface="Aileron"/>
                <a:cs typeface="Aileron"/>
                <a:sym typeface="Aileron"/>
              </a:rPr>
              <a:t>perti</a:t>
            </a:r>
            <a:r>
              <a:rPr lang="en-US" sz="2000" spc="-60" strike="noStrike" u="none">
                <a:solidFill>
                  <a:srgbClr val="1E1E1E"/>
                </a:solidFill>
                <a:latin typeface="Aileron"/>
                <a:ea typeface="Aileron"/>
                <a:cs typeface="Aileron"/>
                <a:sym typeface="Aileron"/>
              </a:rPr>
              <a:t> do</a:t>
            </a:r>
            <a:r>
              <a:rPr lang="en-US" sz="2000" spc="-60" strike="noStrike" u="none">
                <a:solidFill>
                  <a:srgbClr val="1E1E1E"/>
                </a:solidFill>
                <a:latin typeface="Aileron"/>
                <a:ea typeface="Aileron"/>
                <a:cs typeface="Aileron"/>
                <a:sym typeface="Aileron"/>
              </a:rPr>
              <a:t>kumen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pribad</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 pa</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sw</a:t>
            </a:r>
            <a:r>
              <a:rPr lang="en-US" sz="2000" spc="-60" strike="noStrike" u="none">
                <a:solidFill>
                  <a:srgbClr val="1E1E1E"/>
                </a:solidFill>
                <a:latin typeface="Aileron"/>
                <a:ea typeface="Aileron"/>
                <a:cs typeface="Aileron"/>
                <a:sym typeface="Aileron"/>
              </a:rPr>
              <a:t>o</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d</a:t>
            </a:r>
            <a:r>
              <a:rPr lang="en-US" sz="2000" spc="-60" strike="noStrike" u="none">
                <a:solidFill>
                  <a:srgbClr val="1E1E1E"/>
                </a:solidFill>
                <a:latin typeface="Aileron"/>
                <a:ea typeface="Aileron"/>
                <a:cs typeface="Aileron"/>
                <a:sym typeface="Aileron"/>
              </a:rPr>
              <a:t>,</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dan inf</a:t>
            </a:r>
            <a:r>
              <a:rPr lang="en-US" sz="2000" spc="-60" strike="noStrike" u="none">
                <a:solidFill>
                  <a:srgbClr val="1E1E1E"/>
                </a:solidFill>
                <a:latin typeface="Aileron"/>
                <a:ea typeface="Aileron"/>
                <a:cs typeface="Aileron"/>
                <a:sym typeface="Aileron"/>
              </a:rPr>
              <a:t>or</a:t>
            </a:r>
            <a:r>
              <a:rPr lang="en-US" sz="2000" spc="-60" strike="noStrike" u="none">
                <a:solidFill>
                  <a:srgbClr val="1E1E1E"/>
                </a:solidFill>
                <a:latin typeface="Aileron"/>
                <a:ea typeface="Aileron"/>
                <a:cs typeface="Aileron"/>
                <a:sym typeface="Aileron"/>
              </a:rPr>
              <a:t>masi</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pent</a:t>
            </a:r>
            <a:r>
              <a:rPr lang="en-US" sz="2000" spc="-60" strike="noStrike" u="none">
                <a:solidFill>
                  <a:srgbClr val="1E1E1E"/>
                </a:solidFill>
                <a:latin typeface="Aileron"/>
                <a:ea typeface="Aileron"/>
                <a:cs typeface="Aileron"/>
                <a:sym typeface="Aileron"/>
              </a:rPr>
              <a:t>in</a:t>
            </a:r>
            <a:r>
              <a:rPr lang="en-US" sz="2000" spc="-60" strike="noStrike" u="none">
                <a:solidFill>
                  <a:srgbClr val="1E1E1E"/>
                </a:solidFill>
                <a:latin typeface="Aileron"/>
                <a:ea typeface="Aileron"/>
                <a:cs typeface="Aileron"/>
                <a:sym typeface="Aileron"/>
              </a:rPr>
              <a:t>g la</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nnya </a:t>
            </a:r>
            <a:r>
              <a:rPr lang="en-US" sz="2000" spc="-60" strike="noStrike" u="none">
                <a:solidFill>
                  <a:srgbClr val="1E1E1E"/>
                </a:solidFill>
                <a:latin typeface="Aileron"/>
                <a:ea typeface="Aileron"/>
                <a:cs typeface="Aileron"/>
                <a:sym typeface="Aileron"/>
              </a:rPr>
              <a:t>di</a:t>
            </a:r>
            <a:r>
              <a:rPr lang="en-US" sz="2000" spc="-60" strike="noStrike" u="none">
                <a:solidFill>
                  <a:srgbClr val="1E1E1E"/>
                </a:solidFill>
                <a:latin typeface="Aileron"/>
                <a:ea typeface="Aileron"/>
                <a:cs typeface="Aileron"/>
                <a:sym typeface="Aileron"/>
              </a:rPr>
              <a:t>simpa</a:t>
            </a:r>
            <a:r>
              <a:rPr lang="en-US" sz="2000" spc="-60" strike="noStrike" u="none">
                <a:solidFill>
                  <a:srgbClr val="1E1E1E"/>
                </a:solidFill>
                <a:latin typeface="Aileron"/>
                <a:ea typeface="Aileron"/>
                <a:cs typeface="Aileron"/>
                <a:sym typeface="Aileron"/>
              </a:rPr>
              <a:t>n </a:t>
            </a:r>
            <a:r>
              <a:rPr lang="en-US" sz="2000" spc="-60" strike="noStrike" u="none">
                <a:solidFill>
                  <a:srgbClr val="1E1E1E"/>
                </a:solidFill>
                <a:latin typeface="Aileron"/>
                <a:ea typeface="Aileron"/>
                <a:cs typeface="Aileron"/>
                <a:sym typeface="Aileron"/>
              </a:rPr>
              <a:t>da</a:t>
            </a:r>
            <a:r>
              <a:rPr lang="en-US" sz="2000" spc="-60" strike="noStrike" u="none">
                <a:solidFill>
                  <a:srgbClr val="1E1E1E"/>
                </a:solidFill>
                <a:latin typeface="Aileron"/>
                <a:ea typeface="Aileron"/>
                <a:cs typeface="Aileron"/>
                <a:sym typeface="Aileron"/>
              </a:rPr>
              <a:t>la</a:t>
            </a:r>
            <a:r>
              <a:rPr lang="en-US" sz="2000" spc="-60" strike="noStrike" u="none">
                <a:solidFill>
                  <a:srgbClr val="1E1E1E"/>
                </a:solidFill>
                <a:latin typeface="Aileron"/>
                <a:ea typeface="Aileron"/>
                <a:cs typeface="Aileron"/>
                <a:sym typeface="Aileron"/>
              </a:rPr>
              <a:t>m </a:t>
            </a:r>
            <a:r>
              <a:rPr lang="en-US" sz="2000" spc="-60" strike="noStrike" u="none">
                <a:solidFill>
                  <a:srgbClr val="1E1E1E"/>
                </a:solidFill>
                <a:latin typeface="Aileron"/>
                <a:ea typeface="Aileron"/>
                <a:cs typeface="Aileron"/>
                <a:sym typeface="Aileron"/>
              </a:rPr>
              <a:t>be</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uk</a:t>
            </a:r>
            <a:r>
              <a:rPr lang="en-US" sz="2000" spc="-60" strike="noStrike" u="none">
                <a:solidFill>
                  <a:srgbClr val="1E1E1E"/>
                </a:solidFill>
                <a:latin typeface="Aileron"/>
                <a:ea typeface="Aileron"/>
                <a:cs typeface="Aileron"/>
                <a:sym typeface="Aileron"/>
              </a:rPr>
              <a:t> d</a:t>
            </a:r>
            <a:r>
              <a:rPr lang="en-US" sz="2000" spc="-60" strike="noStrike" u="none">
                <a:solidFill>
                  <a:srgbClr val="1E1E1E"/>
                </a:solidFill>
                <a:latin typeface="Aileron"/>
                <a:ea typeface="Aileron"/>
                <a:cs typeface="Aileron"/>
                <a:sym typeface="Aileron"/>
              </a:rPr>
              <a:t>igita</a:t>
            </a:r>
            <a:r>
              <a:rPr lang="en-US" sz="2000" spc="-60" strike="noStrike" u="none">
                <a:solidFill>
                  <a:srgbClr val="1E1E1E"/>
                </a:solidFill>
                <a:latin typeface="Aileron"/>
                <a:ea typeface="Aileron"/>
                <a:cs typeface="Aileron"/>
                <a:sym typeface="Aileron"/>
              </a:rPr>
              <a:t>l</a:t>
            </a:r>
            <a:r>
              <a:rPr lang="en-US" sz="2000" spc="-60" strike="noStrike" u="none">
                <a:solidFill>
                  <a:srgbClr val="1E1E1E"/>
                </a:solidFill>
                <a:latin typeface="Aileron"/>
                <a:ea typeface="Aileron"/>
                <a:cs typeface="Aileron"/>
                <a:sym typeface="Aileron"/>
              </a:rPr>
              <a:t>.</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mu</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d</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a </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er</a:t>
            </a:r>
            <a:r>
              <a:rPr lang="en-US" sz="2000" spc="-60" strike="noStrike" u="none">
                <a:solidFill>
                  <a:srgbClr val="1E1E1E"/>
                </a:solidFill>
                <a:latin typeface="Aileron"/>
                <a:ea typeface="Aileron"/>
                <a:cs typeface="Aileron"/>
                <a:sym typeface="Aileron"/>
              </a:rPr>
              <a:t>sebut</a:t>
            </a:r>
            <a:r>
              <a:rPr lang="en-US" sz="2000" spc="-60" strike="noStrike" u="none">
                <a:solidFill>
                  <a:srgbClr val="1E1E1E"/>
                </a:solidFill>
                <a:latin typeface="Aileron"/>
                <a:ea typeface="Aileron"/>
                <a:cs typeface="Aileron"/>
                <a:sym typeface="Aileron"/>
              </a:rPr>
              <a:t> m</a:t>
            </a:r>
            <a:r>
              <a:rPr lang="en-US" sz="2000" spc="-60" strike="noStrike" u="none">
                <a:solidFill>
                  <a:srgbClr val="1E1E1E"/>
                </a:solidFill>
                <a:latin typeface="Aileron"/>
                <a:ea typeface="Aileron"/>
                <a:cs typeface="Aileron"/>
                <a:sym typeface="Aileron"/>
              </a:rPr>
              <a:t>asih</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rent</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 terhadap kebo</a:t>
            </a:r>
            <a:r>
              <a:rPr lang="en-US" sz="2000" spc="-60" strike="noStrike" u="none">
                <a:solidFill>
                  <a:srgbClr val="1E1E1E"/>
                </a:solidFill>
                <a:latin typeface="Aileron"/>
                <a:ea typeface="Aileron"/>
                <a:cs typeface="Aileron"/>
                <a:sym typeface="Aileron"/>
              </a:rPr>
              <a:t>cor</a:t>
            </a:r>
            <a:r>
              <a:rPr lang="en-US" sz="2000" spc="-60" strike="noStrike" u="none">
                <a:solidFill>
                  <a:srgbClr val="1E1E1E"/>
                </a:solidFill>
                <a:latin typeface="Aileron"/>
                <a:ea typeface="Aileron"/>
                <a:cs typeface="Aileron"/>
                <a:sym typeface="Aileron"/>
              </a:rPr>
              <a:t>an, </a:t>
            </a:r>
            <a:r>
              <a:rPr lang="en-US" sz="2000" spc="-60" strike="noStrike" u="none">
                <a:solidFill>
                  <a:srgbClr val="1E1E1E"/>
                </a:solidFill>
                <a:latin typeface="Aileron"/>
                <a:ea typeface="Aileron"/>
                <a:cs typeface="Aileron"/>
                <a:sym typeface="Aileron"/>
              </a:rPr>
              <a:t>pe</a:t>
            </a:r>
            <a:r>
              <a:rPr lang="en-US" sz="2000" spc="-60" strike="noStrike" u="none">
                <a:solidFill>
                  <a:srgbClr val="1E1E1E"/>
                </a:solidFill>
                <a:latin typeface="Aileron"/>
                <a:ea typeface="Aileron"/>
                <a:cs typeface="Aileron"/>
                <a:sym typeface="Aileron"/>
              </a:rPr>
              <a:t>ncu</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m</a:t>
            </a:r>
            <a:r>
              <a:rPr lang="en-US" sz="2000" spc="-60" strike="noStrike" u="none">
                <a:solidFill>
                  <a:srgbClr val="1E1E1E"/>
                </a:solidFill>
                <a:latin typeface="Aileron"/>
                <a:ea typeface="Aileron"/>
                <a:cs typeface="Aileron"/>
                <a:sym typeface="Aileron"/>
              </a:rPr>
              <a:t>au</a:t>
            </a:r>
            <a:r>
              <a:rPr lang="en-US" sz="2000" spc="-60" strike="noStrike" u="none">
                <a:solidFill>
                  <a:srgbClr val="1E1E1E"/>
                </a:solidFill>
                <a:latin typeface="Aileron"/>
                <a:ea typeface="Aileron"/>
                <a:cs typeface="Aileron"/>
                <a:sym typeface="Aileron"/>
              </a:rPr>
              <a:t>pun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aks</a:t>
            </a:r>
            <a:r>
              <a:rPr lang="en-US" sz="2000" spc="-60" strike="noStrike" u="none">
                <a:solidFill>
                  <a:srgbClr val="1E1E1E"/>
                </a:solidFill>
                <a:latin typeface="Aileron"/>
                <a:ea typeface="Aileron"/>
                <a:cs typeface="Aileron"/>
                <a:sym typeface="Aileron"/>
              </a:rPr>
              <a:t>es</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ti</a:t>
            </a:r>
            <a:r>
              <a:rPr lang="en-US" sz="2000" spc="-60" strike="noStrike" u="none">
                <a:solidFill>
                  <a:srgbClr val="1E1E1E"/>
                </a:solidFill>
                <a:latin typeface="Aileron"/>
                <a:ea typeface="Aileron"/>
                <a:cs typeface="Aileron"/>
                <a:sym typeface="Aileron"/>
              </a:rPr>
              <a:t>dak sah apa</a:t>
            </a:r>
            <a:r>
              <a:rPr lang="en-US" sz="2000" spc="-60" strike="noStrike" u="none">
                <a:solidFill>
                  <a:srgbClr val="1E1E1E"/>
                </a:solidFill>
                <a:latin typeface="Aileron"/>
                <a:ea typeface="Aileron"/>
                <a:cs typeface="Aileron"/>
                <a:sym typeface="Aileron"/>
              </a:rPr>
              <a:t>b</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l</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ti</a:t>
            </a:r>
            <a:r>
              <a:rPr lang="en-US" sz="2000" spc="-60" strike="noStrike" u="none">
                <a:solidFill>
                  <a:srgbClr val="1E1E1E"/>
                </a:solidFill>
                <a:latin typeface="Aileron"/>
                <a:ea typeface="Aileron"/>
                <a:cs typeface="Aileron"/>
                <a:sym typeface="Aileron"/>
              </a:rPr>
              <a:t>d</a:t>
            </a:r>
            <a:r>
              <a:rPr lang="en-US" sz="2000" spc="-60" strike="noStrike" u="none">
                <a:solidFill>
                  <a:srgbClr val="1E1E1E"/>
                </a:solidFill>
                <a:latin typeface="Aileron"/>
                <a:ea typeface="Aileron"/>
                <a:cs typeface="Aileron"/>
                <a:sym typeface="Aileron"/>
              </a:rPr>
              <a:t>ak</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dilind</a:t>
            </a:r>
            <a:r>
              <a:rPr lang="en-US" sz="2000" spc="-60" strike="noStrike" u="none">
                <a:solidFill>
                  <a:srgbClr val="1E1E1E"/>
                </a:solidFill>
                <a:latin typeface="Aileron"/>
                <a:ea typeface="Aileron"/>
                <a:cs typeface="Aileron"/>
                <a:sym typeface="Aileron"/>
              </a:rPr>
              <a:t>u</a:t>
            </a:r>
            <a:r>
              <a:rPr lang="en-US" sz="2000" spc="-60" strike="noStrike" u="none">
                <a:solidFill>
                  <a:srgbClr val="1E1E1E"/>
                </a:solidFill>
                <a:latin typeface="Aileron"/>
                <a:ea typeface="Aileron"/>
                <a:cs typeface="Aileron"/>
                <a:sym typeface="Aileron"/>
              </a:rPr>
              <a:t>ngi</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de</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ga</a:t>
            </a:r>
            <a:r>
              <a:rPr lang="en-US" sz="2000" spc="-60" strike="noStrike" u="none">
                <a:solidFill>
                  <a:srgbClr val="1E1E1E"/>
                </a:solidFill>
                <a:latin typeface="Aileron"/>
                <a:ea typeface="Aileron"/>
                <a:cs typeface="Aileron"/>
                <a:sym typeface="Aileron"/>
              </a:rPr>
              <a:t>n </a:t>
            </a:r>
            <a:r>
              <a:rPr lang="en-US" sz="2000" spc="-60" strike="noStrike" u="none">
                <a:solidFill>
                  <a:srgbClr val="1E1E1E"/>
                </a:solidFill>
                <a:latin typeface="Aileron"/>
                <a:ea typeface="Aileron"/>
                <a:cs typeface="Aileron"/>
                <a:sym typeface="Aileron"/>
              </a:rPr>
              <a:t>mek</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ni</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me keam</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nan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y</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ng m</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m</a:t>
            </a:r>
            <a:r>
              <a:rPr lang="en-US" sz="2000" spc="-60" strike="noStrike" u="none">
                <a:solidFill>
                  <a:srgbClr val="1E1E1E"/>
                </a:solidFill>
                <a:latin typeface="Aileron"/>
                <a:ea typeface="Aileron"/>
                <a:cs typeface="Aileron"/>
                <a:sym typeface="Aileron"/>
              </a:rPr>
              <a:t>ad</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O</a:t>
            </a:r>
            <a:r>
              <a:rPr lang="en-US" sz="2000" spc="-60" strike="noStrike" u="none">
                <a:solidFill>
                  <a:srgbClr val="1E1E1E"/>
                </a:solidFill>
                <a:latin typeface="Aileron"/>
                <a:ea typeface="Aileron"/>
                <a:cs typeface="Aileron"/>
                <a:sym typeface="Aileron"/>
              </a:rPr>
              <a:t>l</a:t>
            </a:r>
            <a:r>
              <a:rPr lang="en-US" sz="2000" spc="-60" strike="noStrike" u="none">
                <a:solidFill>
                  <a:srgbClr val="1E1E1E"/>
                </a:solidFill>
                <a:latin typeface="Aileron"/>
                <a:ea typeface="Aileron"/>
                <a:cs typeface="Aileron"/>
                <a:sym typeface="Aileron"/>
              </a:rPr>
              <a:t>eh ka</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ena </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tu, d</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p</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l</a:t>
            </a:r>
            <a:r>
              <a:rPr lang="en-US" sz="2000" spc="-60" strike="noStrike" u="none">
                <a:solidFill>
                  <a:srgbClr val="1E1E1E"/>
                </a:solidFill>
                <a:latin typeface="Aileron"/>
                <a:ea typeface="Aileron"/>
                <a:cs typeface="Aileron"/>
                <a:sym typeface="Aileron"/>
              </a:rPr>
              <a:t>uk</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 seb</a:t>
            </a:r>
            <a:r>
              <a:rPr lang="en-US" sz="2000" spc="-60" strike="noStrike" u="none">
                <a:solidFill>
                  <a:srgbClr val="1E1E1E"/>
                </a:solidFill>
                <a:latin typeface="Aileron"/>
                <a:ea typeface="Aileron"/>
                <a:cs typeface="Aileron"/>
                <a:sym typeface="Aileron"/>
              </a:rPr>
              <a:t>u</a:t>
            </a:r>
            <a:r>
              <a:rPr lang="en-US" sz="2000" spc="-60" strike="noStrike" u="none">
                <a:solidFill>
                  <a:srgbClr val="1E1E1E"/>
                </a:solidFill>
                <a:latin typeface="Aileron"/>
                <a:ea typeface="Aileron"/>
                <a:cs typeface="Aileron"/>
                <a:sym typeface="Aileron"/>
              </a:rPr>
              <a:t>ah </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m</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p</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nyi</a:t>
            </a:r>
            <a:r>
              <a:rPr lang="en-US" sz="2000" spc="-60" strike="noStrike" u="none">
                <a:solidFill>
                  <a:srgbClr val="1E1E1E"/>
                </a:solidFill>
                <a:latin typeface="Aileron"/>
                <a:ea typeface="Aileron"/>
                <a:cs typeface="Aileron"/>
                <a:sym typeface="Aileron"/>
              </a:rPr>
              <a:t>m</a:t>
            </a:r>
            <a:r>
              <a:rPr lang="en-US" sz="2000" spc="-60" strike="noStrike" u="none">
                <a:solidFill>
                  <a:srgbClr val="1E1E1E"/>
                </a:solidFill>
                <a:latin typeface="Aileron"/>
                <a:ea typeface="Aileron"/>
                <a:cs typeface="Aileron"/>
                <a:sym typeface="Aileron"/>
              </a:rPr>
              <a:t>panan data</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berbas</a:t>
            </a:r>
            <a:r>
              <a:rPr lang="en-US" sz="2000" spc="-60" strike="noStrike" u="none">
                <a:solidFill>
                  <a:srgbClr val="1E1E1E"/>
                </a:solidFill>
                <a:latin typeface="Aileron"/>
                <a:ea typeface="Aileron"/>
                <a:cs typeface="Aileron"/>
                <a:sym typeface="Aileron"/>
              </a:rPr>
              <a:t>is</a:t>
            </a:r>
            <a:r>
              <a:rPr lang="en-US" sz="2000" spc="-60" strike="noStrike" u="none">
                <a:solidFill>
                  <a:srgbClr val="1E1E1E"/>
                </a:solidFill>
                <a:latin typeface="Aileron"/>
                <a:ea typeface="Aileron"/>
                <a:cs typeface="Aileron"/>
                <a:sym typeface="Aileron"/>
              </a:rPr>
              <a:t> web yang mamp</a:t>
            </a:r>
            <a:r>
              <a:rPr lang="en-US" sz="2000" spc="-60" strike="noStrike" u="none">
                <a:solidFill>
                  <a:srgbClr val="1E1E1E"/>
                </a:solidFill>
                <a:latin typeface="Aileron"/>
                <a:ea typeface="Aileron"/>
                <a:cs typeface="Aileron"/>
                <a:sym typeface="Aileron"/>
              </a:rPr>
              <a:t>u</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m</a:t>
            </a:r>
            <a:r>
              <a:rPr lang="en-US" sz="2000" spc="-60" strike="noStrike" u="none">
                <a:solidFill>
                  <a:srgbClr val="1E1E1E"/>
                </a:solidFill>
                <a:latin typeface="Aileron"/>
                <a:ea typeface="Aileron"/>
                <a:cs typeface="Aileron"/>
                <a:sym typeface="Aileron"/>
              </a:rPr>
              <a:t>enjaga</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ke</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aha</a:t>
            </a:r>
            <a:r>
              <a:rPr lang="en-US" sz="2000" spc="-60" strike="noStrike" u="none">
                <a:solidFill>
                  <a:srgbClr val="1E1E1E"/>
                </a:solidFill>
                <a:latin typeface="Aileron"/>
                <a:ea typeface="Aileron"/>
                <a:cs typeface="Aileron"/>
                <a:sym typeface="Aileron"/>
              </a:rPr>
              <a:t>si</a:t>
            </a:r>
            <a:r>
              <a:rPr lang="en-US" sz="2000" spc="-60" strike="noStrike" u="none">
                <a:solidFill>
                  <a:srgbClr val="1E1E1E"/>
                </a:solidFill>
                <a:latin typeface="Aileron"/>
                <a:ea typeface="Aileron"/>
                <a:cs typeface="Aileron"/>
                <a:sym typeface="Aileron"/>
              </a:rPr>
              <a:t>aan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d</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gri</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as da</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mel</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lu</a:t>
            </a:r>
            <a:r>
              <a:rPr lang="en-US" sz="2000" spc="-60" strike="noStrike" u="none">
                <a:solidFill>
                  <a:srgbClr val="1E1E1E"/>
                </a:solidFill>
                <a:latin typeface="Aileron"/>
                <a:ea typeface="Aileron"/>
                <a:cs typeface="Aileron"/>
                <a:sym typeface="Aileron"/>
              </a:rPr>
              <a:t>i</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p</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ne</a:t>
            </a:r>
            <a:r>
              <a:rPr lang="en-US" sz="2000" spc="-60" strike="noStrike" u="none">
                <a:solidFill>
                  <a:srgbClr val="1E1E1E"/>
                </a:solidFill>
                <a:latin typeface="Aileron"/>
                <a:ea typeface="Aileron"/>
                <a:cs typeface="Aileron"/>
                <a:sym typeface="Aileron"/>
              </a:rPr>
              <a:t>rapan</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kriptogr</a:t>
            </a:r>
            <a:r>
              <a:rPr lang="en-US" sz="2000" spc="-60" strike="noStrike" u="none">
                <a:solidFill>
                  <a:srgbClr val="1E1E1E"/>
                </a:solidFill>
                <a:latin typeface="Aileron"/>
                <a:ea typeface="Aileron"/>
                <a:cs typeface="Aileron"/>
                <a:sym typeface="Aileron"/>
              </a:rPr>
              <a:t>a</a:t>
            </a:r>
            <a:r>
              <a:rPr lang="en-US" sz="2000" spc="-60" strike="noStrike" u="none">
                <a:solidFill>
                  <a:srgbClr val="1E1E1E"/>
                </a:solidFill>
                <a:latin typeface="Aileron"/>
                <a:ea typeface="Aileron"/>
                <a:cs typeface="Aileron"/>
                <a:sym typeface="Aileron"/>
              </a:rPr>
              <a:t>fi </a:t>
            </a:r>
            <a:r>
              <a:rPr lang="en-US" sz="2000" spc="-60" strike="noStrike" u="none">
                <a:solidFill>
                  <a:srgbClr val="1E1E1E"/>
                </a:solidFill>
                <a:latin typeface="Aileron"/>
                <a:ea typeface="Aileron"/>
                <a:cs typeface="Aileron"/>
                <a:sym typeface="Aileron"/>
              </a:rPr>
              <a:t>mo</a:t>
            </a:r>
            <a:r>
              <a:rPr lang="en-US" sz="2000" spc="-60" strike="noStrike" u="none">
                <a:solidFill>
                  <a:srgbClr val="1E1E1E"/>
                </a:solidFill>
                <a:latin typeface="Aileron"/>
                <a:ea typeface="Aileron"/>
                <a:cs typeface="Aileron"/>
                <a:sym typeface="Aileron"/>
              </a:rPr>
              <a:t>de</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n s</a:t>
            </a:r>
            <a:r>
              <a:rPr lang="en-US" sz="2000" spc="-60" strike="noStrike" u="none">
                <a:solidFill>
                  <a:srgbClr val="1E1E1E"/>
                </a:solidFill>
                <a:latin typeface="Aileron"/>
                <a:ea typeface="Aileron"/>
                <a:cs typeface="Aileron"/>
                <a:sym typeface="Aileron"/>
              </a:rPr>
              <a:t>er</a:t>
            </a:r>
            <a:r>
              <a:rPr lang="en-US" sz="2000" spc="-60" strike="noStrike" u="none">
                <a:solidFill>
                  <a:srgbClr val="1E1E1E"/>
                </a:solidFill>
                <a:latin typeface="Aileron"/>
                <a:ea typeface="Aileron"/>
                <a:cs typeface="Aileron"/>
                <a:sym typeface="Aileron"/>
              </a:rPr>
              <a:t>ta</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ar</a:t>
            </a:r>
            <a:r>
              <a:rPr lang="en-US" sz="2000" spc="-60" strike="noStrike" u="none">
                <a:solidFill>
                  <a:srgbClr val="1E1E1E"/>
                </a:solidFill>
                <a:latin typeface="Aileron"/>
                <a:ea typeface="Aileron"/>
                <a:cs typeface="Aileron"/>
                <a:sym typeface="Aileron"/>
              </a:rPr>
              <a:t>sit</a:t>
            </a:r>
            <a:r>
              <a:rPr lang="en-US" sz="2000" spc="-60" strike="noStrike" u="none">
                <a:solidFill>
                  <a:srgbClr val="1E1E1E"/>
                </a:solidFill>
                <a:latin typeface="Aileron"/>
                <a:ea typeface="Aileron"/>
                <a:cs typeface="Aileron"/>
                <a:sym typeface="Aileron"/>
              </a:rPr>
              <a:t>ektur</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ke</a:t>
            </a:r>
            <a:r>
              <a:rPr lang="en-US" sz="2000" spc="-60" strike="noStrike" u="none">
                <a:solidFill>
                  <a:srgbClr val="1E1E1E"/>
                </a:solidFill>
                <a:latin typeface="Aileron"/>
                <a:ea typeface="Aileron"/>
                <a:cs typeface="Aileron"/>
                <a:sym typeface="Aileron"/>
              </a:rPr>
              <a:t>am</a:t>
            </a:r>
            <a:r>
              <a:rPr lang="en-US" sz="2000" spc="-60" strike="noStrike" u="none">
                <a:solidFill>
                  <a:srgbClr val="1E1E1E"/>
                </a:solidFill>
                <a:latin typeface="Aileron"/>
                <a:ea typeface="Aileron"/>
                <a:cs typeface="Aileron"/>
                <a:sym typeface="Aileron"/>
              </a:rPr>
              <a:t>anan yang </a:t>
            </a:r>
            <a:r>
              <a:rPr lang="en-US" sz="2000" spc="-60" strike="noStrike" u="none">
                <a:solidFill>
                  <a:srgbClr val="1E1E1E"/>
                </a:solidFill>
                <a:latin typeface="Aileron"/>
                <a:ea typeface="Aileron"/>
                <a:cs typeface="Aileron"/>
                <a:sym typeface="Aileron"/>
              </a:rPr>
              <a:t>t</a:t>
            </a:r>
            <a:r>
              <a:rPr lang="en-US" sz="2000" spc="-60" strike="noStrike" u="none">
                <a:solidFill>
                  <a:srgbClr val="1E1E1E"/>
                </a:solidFill>
                <a:latin typeface="Aileron"/>
                <a:ea typeface="Aileron"/>
                <a:cs typeface="Aileron"/>
                <a:sym typeface="Aileron"/>
              </a:rPr>
              <a:t>idak</a:t>
            </a:r>
            <a:r>
              <a:rPr lang="en-US" sz="2000" spc="-60" strike="noStrike" u="none">
                <a:solidFill>
                  <a:srgbClr val="1E1E1E"/>
                </a:solidFill>
                <a:latin typeface="Aileron"/>
                <a:ea typeface="Aileron"/>
                <a:cs typeface="Aileron"/>
                <a:sym typeface="Aileron"/>
              </a:rPr>
              <a:t> </a:t>
            </a:r>
            <a:r>
              <a:rPr lang="en-US" sz="2000" spc="-60" strike="noStrike" u="none">
                <a:solidFill>
                  <a:srgbClr val="1E1E1E"/>
                </a:solidFill>
                <a:latin typeface="Aileron"/>
                <a:ea typeface="Aileron"/>
                <a:cs typeface="Aileron"/>
                <a:sym typeface="Aileron"/>
              </a:rPr>
              <a:t>membe</a:t>
            </a:r>
            <a:r>
              <a:rPr lang="en-US" sz="2000" spc="-60" strike="noStrike" u="none">
                <a:solidFill>
                  <a:srgbClr val="1E1E1E"/>
                </a:solidFill>
                <a:latin typeface="Aileron"/>
                <a:ea typeface="Aileron"/>
                <a:cs typeface="Aileron"/>
                <a:sym typeface="Aileron"/>
              </a:rPr>
              <a:t>ri</a:t>
            </a:r>
            <a:r>
              <a:rPr lang="en-US" sz="2000" spc="-60" strike="noStrike" u="none">
                <a:solidFill>
                  <a:srgbClr val="1E1E1E"/>
                </a:solidFill>
                <a:latin typeface="Aileron"/>
                <a:ea typeface="Aileron"/>
                <a:cs typeface="Aileron"/>
                <a:sym typeface="Aileron"/>
              </a:rPr>
              <a:t>kan ak</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s </a:t>
            </a:r>
            <a:r>
              <a:rPr lang="en-US" sz="2000" spc="-60" strike="noStrike" u="none">
                <a:solidFill>
                  <a:srgbClr val="1E1E1E"/>
                </a:solidFill>
                <a:latin typeface="Aileron"/>
                <a:ea typeface="Aileron"/>
                <a:cs typeface="Aileron"/>
                <a:sym typeface="Aileron"/>
              </a:rPr>
              <a:t>terhadap data pe</a:t>
            </a:r>
            <a:r>
              <a:rPr lang="en-US" sz="2000" spc="-60" strike="noStrike" u="none">
                <a:solidFill>
                  <a:srgbClr val="1E1E1E"/>
                </a:solidFill>
                <a:latin typeface="Aileron"/>
                <a:ea typeface="Aileron"/>
                <a:cs typeface="Aileron"/>
                <a:sym typeface="Aileron"/>
              </a:rPr>
              <a:t>n</a:t>
            </a:r>
            <a:r>
              <a:rPr lang="en-US" sz="2000" spc="-60" strike="noStrike" u="none">
                <a:solidFill>
                  <a:srgbClr val="1E1E1E"/>
                </a:solidFill>
                <a:latin typeface="Aileron"/>
                <a:ea typeface="Aileron"/>
                <a:cs typeface="Aileron"/>
                <a:sym typeface="Aileron"/>
              </a:rPr>
              <a:t>gg</a:t>
            </a:r>
            <a:r>
              <a:rPr lang="en-US" sz="2000" spc="-60" strike="noStrike" u="none">
                <a:solidFill>
                  <a:srgbClr val="1E1E1E"/>
                </a:solidFill>
                <a:latin typeface="Aileron"/>
                <a:ea typeface="Aileron"/>
                <a:cs typeface="Aileron"/>
                <a:sym typeface="Aileron"/>
              </a:rPr>
              <a:t>u</a:t>
            </a:r>
            <a:r>
              <a:rPr lang="en-US" sz="2000" spc="-60" strike="noStrike" u="none">
                <a:solidFill>
                  <a:srgbClr val="1E1E1E"/>
                </a:solidFill>
                <a:latin typeface="Aileron"/>
                <a:ea typeface="Aileron"/>
                <a:cs typeface="Aileron"/>
                <a:sym typeface="Aileron"/>
              </a:rPr>
              <a:t>na kepad</a:t>
            </a:r>
            <a:r>
              <a:rPr lang="en-US" sz="2000" spc="-60" strike="noStrike" u="none">
                <a:solidFill>
                  <a:srgbClr val="1E1E1E"/>
                </a:solidFill>
                <a:latin typeface="Aileron"/>
                <a:ea typeface="Aileron"/>
                <a:cs typeface="Aileron"/>
                <a:sym typeface="Aileron"/>
              </a:rPr>
              <a:t>a </a:t>
            </a:r>
            <a:r>
              <a:rPr lang="en-US" sz="2000" spc="-60" strike="noStrike" u="none">
                <a:solidFill>
                  <a:srgbClr val="1E1E1E"/>
                </a:solidFill>
                <a:latin typeface="Aileron"/>
                <a:ea typeface="Aileron"/>
                <a:cs typeface="Aileron"/>
                <a:sym typeface="Aileron"/>
              </a:rPr>
              <a:t>s</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rv</a:t>
            </a:r>
            <a:r>
              <a:rPr lang="en-US" sz="2000" spc="-60" strike="noStrike" u="none">
                <a:solidFill>
                  <a:srgbClr val="1E1E1E"/>
                </a:solidFill>
                <a:latin typeface="Aileron"/>
                <a:ea typeface="Aileron"/>
                <a:cs typeface="Aileron"/>
                <a:sym typeface="Aileron"/>
              </a:rPr>
              <a:t>e</a:t>
            </a:r>
            <a:r>
              <a:rPr lang="en-US" sz="2000" spc="-60" strike="noStrike" u="none">
                <a:solidFill>
                  <a:srgbClr val="1E1E1E"/>
                </a:solidFill>
                <a:latin typeface="Aileron"/>
                <a:ea typeface="Aileron"/>
                <a:cs typeface="Aileron"/>
                <a:sym typeface="Aileron"/>
              </a:rPr>
              <a:t>r</a:t>
            </a:r>
            <a:r>
              <a:rPr lang="en-US" sz="2000" spc="-60" strike="noStrike" u="none">
                <a:solidFill>
                  <a:srgbClr val="1E1E1E"/>
                </a:solidFill>
                <a:latin typeface="Aileron"/>
                <a:ea typeface="Aileron"/>
                <a:cs typeface="Aileron"/>
                <a:sym typeface="Aileron"/>
              </a:rPr>
              <a:t>.</a:t>
            </a:r>
          </a:p>
        </p:txBody>
      </p:sp>
      <p:sp>
        <p:nvSpPr>
          <p:cNvPr name="TextBox 7" id="7"/>
          <p:cNvSpPr txBox="true"/>
          <p:nvPr/>
        </p:nvSpPr>
        <p:spPr>
          <a:xfrm rot="0">
            <a:off x="1594967" y="1730259"/>
            <a:ext cx="294424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NOT MY PROBLEM...</a:t>
            </a:r>
          </a:p>
        </p:txBody>
      </p:sp>
      <p:sp>
        <p:nvSpPr>
          <p:cNvPr name="TextBox 8" id="8"/>
          <p:cNvSpPr txBox="true"/>
          <p:nvPr/>
        </p:nvSpPr>
        <p:spPr>
          <a:xfrm rot="0">
            <a:off x="11812817" y="6498679"/>
            <a:ext cx="6386220" cy="2442845"/>
          </a:xfrm>
          <a:prstGeom prst="rect">
            <a:avLst/>
          </a:prstGeom>
        </p:spPr>
        <p:txBody>
          <a:bodyPr anchor="t" rtlCol="false" tIns="0" lIns="0" bIns="0" rIns="0">
            <a:spAutoFit/>
          </a:bodyPr>
          <a:lstStyle/>
          <a:p>
            <a:pPr algn="just" marL="0" indent="0" lvl="0">
              <a:lnSpc>
                <a:spcPts val="2440"/>
              </a:lnSpc>
            </a:pPr>
            <a:r>
              <a:rPr lang="en-US" sz="2000" spc="-60">
                <a:solidFill>
                  <a:srgbClr val="1E1E1E"/>
                </a:solidFill>
                <a:latin typeface="Aileron"/>
                <a:ea typeface="Aileron"/>
                <a:cs typeface="Aileron"/>
                <a:sym typeface="Aileron"/>
              </a:rPr>
              <a:t>Se</a:t>
            </a:r>
            <a:r>
              <a:rPr lang="en-US" sz="2000" spc="-60" strike="noStrike" u="none">
                <a:solidFill>
                  <a:srgbClr val="1E1E1E"/>
                </a:solidFill>
                <a:latin typeface="Aileron"/>
                <a:ea typeface="Aileron"/>
                <a:cs typeface="Aileron"/>
                <a:sym typeface="Aileron"/>
              </a:rPr>
              <a:t>orang pengguna menyimpan file berisi data keuangan dan password penting pada layanan penyimpanan biasa. Ketika server atau database mengalami kebocoran, data tersebut berpotensi dibaca oleh pihak yang tidak berwenang. CipherVault hadir untuk mengatasi masalah tersebut dengan mengenkripsi data sebelum disimpan sehingga hanya pengguna yang memiliki password yang dapat mengaksesnya kembali.</a:t>
            </a:r>
          </a:p>
        </p:txBody>
      </p:sp>
      <p:sp>
        <p:nvSpPr>
          <p:cNvPr name="TextBox 9" id="9"/>
          <p:cNvSpPr txBox="true"/>
          <p:nvPr/>
        </p:nvSpPr>
        <p:spPr>
          <a:xfrm rot="0">
            <a:off x="11812817" y="5767400"/>
            <a:ext cx="2944248" cy="522235"/>
          </a:xfrm>
          <a:prstGeom prst="rect">
            <a:avLst/>
          </a:prstGeom>
        </p:spPr>
        <p:txBody>
          <a:bodyPr anchor="t" rtlCol="false" tIns="0" lIns="0" bIns="0" rIns="0">
            <a:spAutoFit/>
          </a:bodyPr>
          <a:lstStyle/>
          <a:p>
            <a:pPr algn="l" marL="0" indent="0" lvl="0">
              <a:lnSpc>
                <a:spcPts val="3982"/>
              </a:lnSpc>
            </a:pPr>
            <a:r>
              <a:rPr lang="en-US" sz="3620" spc="713">
                <a:solidFill>
                  <a:srgbClr val="000000"/>
                </a:solidFill>
                <a:latin typeface="New Sun Playful"/>
                <a:ea typeface="New Sun Playful"/>
                <a:cs typeface="New Sun Playful"/>
                <a:sym typeface="New Sun Playful"/>
              </a:rPr>
              <a:t>EXAMPLE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0186" y="2960186"/>
            <a:ext cx="3024980" cy="2170423"/>
          </a:xfrm>
          <a:custGeom>
            <a:avLst/>
            <a:gdLst/>
            <a:ahLst/>
            <a:cxnLst/>
            <a:rect r="r" b="b" t="t" l="l"/>
            <a:pathLst>
              <a:path h="2170423" w="3024980">
                <a:moveTo>
                  <a:pt x="0" y="0"/>
                </a:moveTo>
                <a:lnTo>
                  <a:pt x="3024980" y="0"/>
                </a:lnTo>
                <a:lnTo>
                  <a:pt x="3024980" y="2170423"/>
                </a:lnTo>
                <a:lnTo>
                  <a:pt x="0" y="21704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44785">
            <a:off x="13649125" y="1100324"/>
            <a:ext cx="3150530" cy="2772466"/>
          </a:xfrm>
          <a:custGeom>
            <a:avLst/>
            <a:gdLst/>
            <a:ahLst/>
            <a:cxnLst/>
            <a:rect r="r" b="b" t="t" l="l"/>
            <a:pathLst>
              <a:path h="2772466" w="3150530">
                <a:moveTo>
                  <a:pt x="0" y="0"/>
                </a:moveTo>
                <a:lnTo>
                  <a:pt x="3150529" y="0"/>
                </a:lnTo>
                <a:lnTo>
                  <a:pt x="3150529" y="2772466"/>
                </a:lnTo>
                <a:lnTo>
                  <a:pt x="0" y="27724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4254338">
            <a:off x="2564723" y="5635135"/>
            <a:ext cx="1313844" cy="432374"/>
          </a:xfrm>
          <a:custGeom>
            <a:avLst/>
            <a:gdLst/>
            <a:ahLst/>
            <a:cxnLst/>
            <a:rect r="r" b="b" t="t" l="l"/>
            <a:pathLst>
              <a:path h="432374" w="1313844">
                <a:moveTo>
                  <a:pt x="1313843" y="432374"/>
                </a:moveTo>
                <a:lnTo>
                  <a:pt x="0" y="432374"/>
                </a:lnTo>
                <a:lnTo>
                  <a:pt x="0" y="0"/>
                </a:lnTo>
                <a:lnTo>
                  <a:pt x="1313843" y="0"/>
                </a:lnTo>
                <a:lnTo>
                  <a:pt x="1313843" y="43237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578439" y="6170665"/>
            <a:ext cx="3310950" cy="2888804"/>
          </a:xfrm>
          <a:custGeom>
            <a:avLst/>
            <a:gdLst/>
            <a:ahLst/>
            <a:cxnLst/>
            <a:rect r="r" b="b" t="t" l="l"/>
            <a:pathLst>
              <a:path h="2888804" w="3310950">
                <a:moveTo>
                  <a:pt x="0" y="0"/>
                </a:moveTo>
                <a:lnTo>
                  <a:pt x="3310950" y="0"/>
                </a:lnTo>
                <a:lnTo>
                  <a:pt x="3310950" y="2888804"/>
                </a:lnTo>
                <a:lnTo>
                  <a:pt x="0" y="2888804"/>
                </a:lnTo>
                <a:lnTo>
                  <a:pt x="0" y="0"/>
                </a:lnTo>
                <a:close/>
              </a:path>
            </a:pathLst>
          </a:custGeom>
          <a:blipFill>
            <a:blip r:embed="rId8"/>
            <a:stretch>
              <a:fillRect l="0" t="0" r="0" b="0"/>
            </a:stretch>
          </a:blipFill>
        </p:spPr>
      </p:sp>
      <p:sp>
        <p:nvSpPr>
          <p:cNvPr name="TextBox 6" id="6"/>
          <p:cNvSpPr txBox="true"/>
          <p:nvPr/>
        </p:nvSpPr>
        <p:spPr>
          <a:xfrm rot="0">
            <a:off x="3794575" y="1149962"/>
            <a:ext cx="10698850"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strike="noStrike" u="none">
                <a:solidFill>
                  <a:srgbClr val="000000"/>
                </a:solidFill>
                <a:latin typeface="New Sun Playful"/>
                <a:ea typeface="New Sun Playful"/>
                <a:cs typeface="New Sun Playful"/>
                <a:sym typeface="New Sun Playful"/>
              </a:rPr>
              <a:t>objectives</a:t>
            </a:r>
          </a:p>
        </p:txBody>
      </p:sp>
      <p:sp>
        <p:nvSpPr>
          <p:cNvPr name="Freeform 7" id="7"/>
          <p:cNvSpPr/>
          <p:nvPr/>
        </p:nvSpPr>
        <p:spPr>
          <a:xfrm flipH="false" flipV="false" rot="0">
            <a:off x="2760090" y="1233250"/>
            <a:ext cx="1730152" cy="1513883"/>
          </a:xfrm>
          <a:custGeom>
            <a:avLst/>
            <a:gdLst/>
            <a:ahLst/>
            <a:cxnLst/>
            <a:rect r="r" b="b" t="t" l="l"/>
            <a:pathLst>
              <a:path h="1513883" w="1730152">
                <a:moveTo>
                  <a:pt x="0" y="0"/>
                </a:moveTo>
                <a:lnTo>
                  <a:pt x="1730151" y="0"/>
                </a:lnTo>
                <a:lnTo>
                  <a:pt x="1730151" y="1513883"/>
                </a:lnTo>
                <a:lnTo>
                  <a:pt x="0" y="15138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221645" y="1461260"/>
            <a:ext cx="768942" cy="768942"/>
          </a:xfrm>
          <a:custGeom>
            <a:avLst/>
            <a:gdLst/>
            <a:ahLst/>
            <a:cxnLst/>
            <a:rect r="r" b="b" t="t" l="l"/>
            <a:pathLst>
              <a:path h="768942" w="768942">
                <a:moveTo>
                  <a:pt x="0" y="0"/>
                </a:moveTo>
                <a:lnTo>
                  <a:pt x="768942" y="0"/>
                </a:lnTo>
                <a:lnTo>
                  <a:pt x="768942" y="768942"/>
                </a:lnTo>
                <a:lnTo>
                  <a:pt x="0" y="7689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990587" y="4018463"/>
            <a:ext cx="10225025" cy="522235"/>
          </a:xfrm>
          <a:prstGeom prst="rect">
            <a:avLst/>
          </a:prstGeom>
        </p:spPr>
        <p:txBody>
          <a:bodyPr anchor="t" rtlCol="false" tIns="0" lIns="0" bIns="0" rIns="0">
            <a:spAutoFit/>
          </a:bodyPr>
          <a:lstStyle/>
          <a:p>
            <a:pPr algn="l" marL="0" indent="0" lvl="0">
              <a:lnSpc>
                <a:spcPts val="3982"/>
              </a:lnSpc>
            </a:pPr>
            <a:r>
              <a:rPr lang="en-US" sz="3620" spc="713">
                <a:solidFill>
                  <a:srgbClr val="000000"/>
                </a:solidFill>
                <a:latin typeface="New Sun Playful"/>
                <a:ea typeface="New Sun Playful"/>
                <a:cs typeface="New Sun Playful"/>
                <a:sym typeface="New Sun Playful"/>
              </a:rPr>
              <a:t>MENGEMBANGKAN APLIKASI CIPHERVAULT.</a:t>
            </a:r>
          </a:p>
        </p:txBody>
      </p:sp>
      <p:sp>
        <p:nvSpPr>
          <p:cNvPr name="TextBox 10" id="10"/>
          <p:cNvSpPr txBox="true"/>
          <p:nvPr/>
        </p:nvSpPr>
        <p:spPr>
          <a:xfrm rot="0">
            <a:off x="3990587" y="5188398"/>
            <a:ext cx="10502838" cy="1027060"/>
          </a:xfrm>
          <a:prstGeom prst="rect">
            <a:avLst/>
          </a:prstGeom>
        </p:spPr>
        <p:txBody>
          <a:bodyPr anchor="t" rtlCol="false" tIns="0" lIns="0" bIns="0" rIns="0">
            <a:spAutoFit/>
          </a:bodyPr>
          <a:lstStyle/>
          <a:p>
            <a:pPr algn="l" marL="0" indent="0" lvl="0">
              <a:lnSpc>
                <a:spcPts val="3982"/>
              </a:lnSpc>
            </a:pPr>
            <a:r>
              <a:rPr lang="en-US" sz="3620" spc="713">
                <a:solidFill>
                  <a:srgbClr val="000000"/>
                </a:solidFill>
                <a:latin typeface="New Sun Playful"/>
                <a:ea typeface="New Sun Playful"/>
                <a:cs typeface="New Sun Playful"/>
                <a:sym typeface="New Sun Playful"/>
              </a:rPr>
              <a:t>MENGIMPLEMENTASIKAN AES-256-GCM DAN PBKDF2-HMAC-SHA256.</a:t>
            </a:r>
          </a:p>
        </p:txBody>
      </p:sp>
      <p:sp>
        <p:nvSpPr>
          <p:cNvPr name="Freeform 11" id="11"/>
          <p:cNvSpPr/>
          <p:nvPr/>
        </p:nvSpPr>
        <p:spPr>
          <a:xfrm flipH="true" flipV="true" rot="6239299">
            <a:off x="14557498" y="4781755"/>
            <a:ext cx="1313844" cy="432374"/>
          </a:xfrm>
          <a:custGeom>
            <a:avLst/>
            <a:gdLst/>
            <a:ahLst/>
            <a:cxnLst/>
            <a:rect r="r" b="b" t="t" l="l"/>
            <a:pathLst>
              <a:path h="432374" w="1313844">
                <a:moveTo>
                  <a:pt x="1313844" y="432374"/>
                </a:moveTo>
                <a:lnTo>
                  <a:pt x="0" y="432374"/>
                </a:lnTo>
                <a:lnTo>
                  <a:pt x="0" y="0"/>
                </a:lnTo>
                <a:lnTo>
                  <a:pt x="1313844" y="0"/>
                </a:lnTo>
                <a:lnTo>
                  <a:pt x="1313844" y="43237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990587" y="6865344"/>
            <a:ext cx="10502838" cy="1027060"/>
          </a:xfrm>
          <a:prstGeom prst="rect">
            <a:avLst/>
          </a:prstGeom>
        </p:spPr>
        <p:txBody>
          <a:bodyPr anchor="t" rtlCol="false" tIns="0" lIns="0" bIns="0" rIns="0">
            <a:spAutoFit/>
          </a:bodyPr>
          <a:lstStyle/>
          <a:p>
            <a:pPr algn="l" marL="0" indent="0" lvl="0">
              <a:lnSpc>
                <a:spcPts val="3982"/>
              </a:lnSpc>
            </a:pPr>
            <a:r>
              <a:rPr lang="en-US" sz="3620" spc="713">
                <a:solidFill>
                  <a:srgbClr val="000000"/>
                </a:solidFill>
                <a:latin typeface="New Sun Playful"/>
                <a:ea typeface="New Sun Playful"/>
                <a:cs typeface="New Sun Playful"/>
                <a:sym typeface="New Sun Playful"/>
              </a:rPr>
              <a:t>MENERAPKAN ZERO-KNOWLEDGE 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02206" y="2689544"/>
            <a:ext cx="6210329" cy="7848757"/>
          </a:xfrm>
          <a:custGeom>
            <a:avLst/>
            <a:gdLst/>
            <a:ahLst/>
            <a:cxnLst/>
            <a:rect r="r" b="b" t="t" l="l"/>
            <a:pathLst>
              <a:path h="7848757" w="6210329">
                <a:moveTo>
                  <a:pt x="0" y="0"/>
                </a:moveTo>
                <a:lnTo>
                  <a:pt x="6210329" y="0"/>
                </a:lnTo>
                <a:lnTo>
                  <a:pt x="6210329" y="7848757"/>
                </a:lnTo>
                <a:lnTo>
                  <a:pt x="0" y="78487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2074251">
            <a:off x="5289660" y="3510813"/>
            <a:ext cx="1313844" cy="432374"/>
          </a:xfrm>
          <a:custGeom>
            <a:avLst/>
            <a:gdLst/>
            <a:ahLst/>
            <a:cxnLst/>
            <a:rect r="r" b="b" t="t" l="l"/>
            <a:pathLst>
              <a:path h="432374" w="1313844">
                <a:moveTo>
                  <a:pt x="0" y="432374"/>
                </a:moveTo>
                <a:lnTo>
                  <a:pt x="1313844" y="432374"/>
                </a:lnTo>
                <a:lnTo>
                  <a:pt x="1313844" y="0"/>
                </a:lnTo>
                <a:lnTo>
                  <a:pt x="0" y="0"/>
                </a:lnTo>
                <a:lnTo>
                  <a:pt x="0"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506157" y="1428035"/>
            <a:ext cx="3713595" cy="3379372"/>
          </a:xfrm>
          <a:custGeom>
            <a:avLst/>
            <a:gdLst/>
            <a:ahLst/>
            <a:cxnLst/>
            <a:rect r="r" b="b" t="t" l="l"/>
            <a:pathLst>
              <a:path h="3379372" w="3713595">
                <a:moveTo>
                  <a:pt x="0" y="0"/>
                </a:moveTo>
                <a:lnTo>
                  <a:pt x="3713595" y="0"/>
                </a:lnTo>
                <a:lnTo>
                  <a:pt x="3713595" y="3379372"/>
                </a:lnTo>
                <a:lnTo>
                  <a:pt x="0" y="3379372"/>
                </a:lnTo>
                <a:lnTo>
                  <a:pt x="0" y="0"/>
                </a:lnTo>
                <a:close/>
              </a:path>
            </a:pathLst>
          </a:custGeom>
          <a:blipFill>
            <a:blip r:embed="rId6"/>
            <a:stretch>
              <a:fillRect l="0" t="0" r="0" b="0"/>
            </a:stretch>
          </a:blipFill>
        </p:spPr>
      </p:sp>
      <p:sp>
        <p:nvSpPr>
          <p:cNvPr name="Freeform 5" id="5"/>
          <p:cNvSpPr/>
          <p:nvPr/>
        </p:nvSpPr>
        <p:spPr>
          <a:xfrm flipH="false" flipV="false" rot="0">
            <a:off x="14492135" y="1080758"/>
            <a:ext cx="2570229" cy="1481094"/>
          </a:xfrm>
          <a:custGeom>
            <a:avLst/>
            <a:gdLst/>
            <a:ahLst/>
            <a:cxnLst/>
            <a:rect r="r" b="b" t="t" l="l"/>
            <a:pathLst>
              <a:path h="1481094" w="2570229">
                <a:moveTo>
                  <a:pt x="0" y="0"/>
                </a:moveTo>
                <a:lnTo>
                  <a:pt x="2570229" y="0"/>
                </a:lnTo>
                <a:lnTo>
                  <a:pt x="2570229" y="1481094"/>
                </a:lnTo>
                <a:lnTo>
                  <a:pt x="0" y="14810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705990" y="1113860"/>
            <a:ext cx="7138103"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a:solidFill>
                  <a:srgbClr val="000000"/>
                </a:solidFill>
                <a:latin typeface="New Sun Playful"/>
                <a:ea typeface="New Sun Playful"/>
                <a:cs typeface="New Sun Playful"/>
                <a:sym typeface="New Sun Playful"/>
              </a:rPr>
              <a:t>concept</a:t>
            </a:r>
          </a:p>
        </p:txBody>
      </p:sp>
      <p:sp>
        <p:nvSpPr>
          <p:cNvPr name="TextBox 7" id="7"/>
          <p:cNvSpPr txBox="true"/>
          <p:nvPr/>
        </p:nvSpPr>
        <p:spPr>
          <a:xfrm rot="0">
            <a:off x="1566326" y="3025373"/>
            <a:ext cx="3204755"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USER</a:t>
            </a:r>
          </a:p>
        </p:txBody>
      </p:sp>
      <p:sp>
        <p:nvSpPr>
          <p:cNvPr name="TextBox 8" id="8"/>
          <p:cNvSpPr txBox="true"/>
          <p:nvPr/>
        </p:nvSpPr>
        <p:spPr>
          <a:xfrm rot="0">
            <a:off x="6610178" y="4621265"/>
            <a:ext cx="2944248"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PASSWORD</a:t>
            </a:r>
          </a:p>
        </p:txBody>
      </p:sp>
      <p:sp>
        <p:nvSpPr>
          <p:cNvPr name="TextBox 9" id="9"/>
          <p:cNvSpPr txBox="true"/>
          <p:nvPr/>
        </p:nvSpPr>
        <p:spPr>
          <a:xfrm rot="0">
            <a:off x="8890830" y="2103649"/>
            <a:ext cx="2944248" cy="1347946"/>
          </a:xfrm>
          <a:prstGeom prst="rect">
            <a:avLst/>
          </a:prstGeom>
        </p:spPr>
        <p:txBody>
          <a:bodyPr anchor="t" rtlCol="false" tIns="0" lIns="0" bIns="0" rIns="0">
            <a:spAutoFit/>
          </a:bodyPr>
          <a:lstStyle/>
          <a:p>
            <a:pPr algn="ctr" marL="0" indent="0" lvl="0">
              <a:lnSpc>
                <a:spcPts val="5431"/>
              </a:lnSpc>
            </a:pPr>
            <a:r>
              <a:rPr lang="en-US" sz="3620" spc="713">
                <a:solidFill>
                  <a:srgbClr val="000000"/>
                </a:solidFill>
                <a:latin typeface="New Sun Playful"/>
                <a:ea typeface="New Sun Playful"/>
                <a:cs typeface="New Sun Playful"/>
                <a:sym typeface="New Sun Playful"/>
              </a:rPr>
              <a:t>ARE YOU SERIOUS?</a:t>
            </a:r>
          </a:p>
        </p:txBody>
      </p:sp>
      <p:sp>
        <p:nvSpPr>
          <p:cNvPr name="TextBox 10" id="10"/>
          <p:cNvSpPr txBox="true"/>
          <p:nvPr/>
        </p:nvSpPr>
        <p:spPr>
          <a:xfrm rot="0">
            <a:off x="14880407" y="1433082"/>
            <a:ext cx="1836831" cy="662146"/>
          </a:xfrm>
          <a:prstGeom prst="rect">
            <a:avLst/>
          </a:prstGeom>
        </p:spPr>
        <p:txBody>
          <a:bodyPr anchor="t" rtlCol="false" tIns="0" lIns="0" bIns="0" rIns="0">
            <a:spAutoFit/>
          </a:bodyPr>
          <a:lstStyle/>
          <a:p>
            <a:pPr algn="ctr" marL="0" indent="0" lvl="0">
              <a:lnSpc>
                <a:spcPts val="5431"/>
              </a:lnSpc>
            </a:pPr>
            <a:r>
              <a:rPr lang="en-US" sz="3620" spc="713">
                <a:solidFill>
                  <a:srgbClr val="000000"/>
                </a:solidFill>
                <a:latin typeface="New Sun Playful"/>
                <a:ea typeface="New Sun Playful"/>
                <a:cs typeface="New Sun Playful"/>
                <a:sym typeface="New Sun Playful"/>
              </a:rPr>
              <a:t>BRO?</a:t>
            </a:r>
          </a:p>
        </p:txBody>
      </p:sp>
      <p:sp>
        <p:nvSpPr>
          <p:cNvPr name="Freeform 11" id="11"/>
          <p:cNvSpPr/>
          <p:nvPr/>
        </p:nvSpPr>
        <p:spPr>
          <a:xfrm flipH="false" flipV="true" rot="9578806">
            <a:off x="7158136" y="5660421"/>
            <a:ext cx="1313844" cy="432374"/>
          </a:xfrm>
          <a:custGeom>
            <a:avLst/>
            <a:gdLst/>
            <a:ahLst/>
            <a:cxnLst/>
            <a:rect r="r" b="b" t="t" l="l"/>
            <a:pathLst>
              <a:path h="432374" w="1313844">
                <a:moveTo>
                  <a:pt x="0" y="432374"/>
                </a:moveTo>
                <a:lnTo>
                  <a:pt x="1313844" y="432374"/>
                </a:lnTo>
                <a:lnTo>
                  <a:pt x="1313844" y="0"/>
                </a:lnTo>
                <a:lnTo>
                  <a:pt x="0" y="0"/>
                </a:lnTo>
                <a:lnTo>
                  <a:pt x="0"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4179710" y="5910261"/>
            <a:ext cx="2944248"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PBKDF2</a:t>
            </a:r>
          </a:p>
        </p:txBody>
      </p:sp>
      <p:sp>
        <p:nvSpPr>
          <p:cNvPr name="TextBox 13" id="13"/>
          <p:cNvSpPr txBox="true"/>
          <p:nvPr/>
        </p:nvSpPr>
        <p:spPr>
          <a:xfrm rot="0">
            <a:off x="94202" y="4854626"/>
            <a:ext cx="294424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AES-256-GCM</a:t>
            </a:r>
          </a:p>
        </p:txBody>
      </p:sp>
      <p:sp>
        <p:nvSpPr>
          <p:cNvPr name="TextBox 14" id="14"/>
          <p:cNvSpPr txBox="true"/>
          <p:nvPr/>
        </p:nvSpPr>
        <p:spPr>
          <a:xfrm rot="0">
            <a:off x="2707586" y="7583998"/>
            <a:ext cx="2944248"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CIPHERTEXT</a:t>
            </a:r>
          </a:p>
        </p:txBody>
      </p:sp>
      <p:sp>
        <p:nvSpPr>
          <p:cNvPr name="TextBox 15" id="15"/>
          <p:cNvSpPr txBox="true"/>
          <p:nvPr/>
        </p:nvSpPr>
        <p:spPr>
          <a:xfrm rot="0">
            <a:off x="5275041" y="9306383"/>
            <a:ext cx="2944248"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DATABASE</a:t>
            </a:r>
          </a:p>
        </p:txBody>
      </p:sp>
      <p:sp>
        <p:nvSpPr>
          <p:cNvPr name="Freeform 16" id="16"/>
          <p:cNvSpPr/>
          <p:nvPr/>
        </p:nvSpPr>
        <p:spPr>
          <a:xfrm flipH="true" flipV="true" rot="-8027430">
            <a:off x="1200884" y="6715414"/>
            <a:ext cx="1313844" cy="432374"/>
          </a:xfrm>
          <a:custGeom>
            <a:avLst/>
            <a:gdLst/>
            <a:ahLst/>
            <a:cxnLst/>
            <a:rect r="r" b="b" t="t" l="l"/>
            <a:pathLst>
              <a:path h="432374" w="1313844">
                <a:moveTo>
                  <a:pt x="1313844" y="432374"/>
                </a:moveTo>
                <a:lnTo>
                  <a:pt x="0" y="432374"/>
                </a:lnTo>
                <a:lnTo>
                  <a:pt x="0" y="0"/>
                </a:lnTo>
                <a:lnTo>
                  <a:pt x="1313844" y="0"/>
                </a:lnTo>
                <a:lnTo>
                  <a:pt x="1313844"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true" rot="-10062882">
            <a:off x="2604588" y="5757175"/>
            <a:ext cx="1313844" cy="432374"/>
          </a:xfrm>
          <a:custGeom>
            <a:avLst/>
            <a:gdLst/>
            <a:ahLst/>
            <a:cxnLst/>
            <a:rect r="r" b="b" t="t" l="l"/>
            <a:pathLst>
              <a:path h="432374" w="1313844">
                <a:moveTo>
                  <a:pt x="0" y="432374"/>
                </a:moveTo>
                <a:lnTo>
                  <a:pt x="1313843" y="432374"/>
                </a:lnTo>
                <a:lnTo>
                  <a:pt x="1313843" y="0"/>
                </a:lnTo>
                <a:lnTo>
                  <a:pt x="0" y="0"/>
                </a:lnTo>
                <a:lnTo>
                  <a:pt x="0"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true" flipV="true" rot="-8027430">
            <a:off x="4114159" y="8440330"/>
            <a:ext cx="1313844" cy="432374"/>
          </a:xfrm>
          <a:custGeom>
            <a:avLst/>
            <a:gdLst/>
            <a:ahLst/>
            <a:cxnLst/>
            <a:rect r="r" b="b" t="t" l="l"/>
            <a:pathLst>
              <a:path h="432374" w="1313844">
                <a:moveTo>
                  <a:pt x="1313844" y="432374"/>
                </a:moveTo>
                <a:lnTo>
                  <a:pt x="0" y="432374"/>
                </a:lnTo>
                <a:lnTo>
                  <a:pt x="0" y="0"/>
                </a:lnTo>
                <a:lnTo>
                  <a:pt x="1313844" y="0"/>
                </a:lnTo>
                <a:lnTo>
                  <a:pt x="1313844"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38250" y="3347391"/>
            <a:ext cx="6607166" cy="5475689"/>
          </a:xfrm>
          <a:custGeom>
            <a:avLst/>
            <a:gdLst/>
            <a:ahLst/>
            <a:cxnLst/>
            <a:rect r="r" b="b" t="t" l="l"/>
            <a:pathLst>
              <a:path h="5475689" w="6607166">
                <a:moveTo>
                  <a:pt x="6607166" y="0"/>
                </a:moveTo>
                <a:lnTo>
                  <a:pt x="0" y="0"/>
                </a:lnTo>
                <a:lnTo>
                  <a:pt x="0" y="5475689"/>
                </a:lnTo>
                <a:lnTo>
                  <a:pt x="6607166" y="5475689"/>
                </a:lnTo>
                <a:lnTo>
                  <a:pt x="66071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969134" y="4508404"/>
            <a:ext cx="1520570" cy="1376807"/>
            <a:chOff x="0" y="0"/>
            <a:chExt cx="2027426" cy="1835742"/>
          </a:xfrm>
        </p:grpSpPr>
        <p:sp>
          <p:nvSpPr>
            <p:cNvPr name="Freeform 4" id="4"/>
            <p:cNvSpPr/>
            <p:nvPr/>
          </p:nvSpPr>
          <p:spPr>
            <a:xfrm flipH="false" flipV="false" rot="0">
              <a:off x="0" y="0"/>
              <a:ext cx="2027426" cy="1835742"/>
            </a:xfrm>
            <a:custGeom>
              <a:avLst/>
              <a:gdLst/>
              <a:ahLst/>
              <a:cxnLst/>
              <a:rect r="r" b="b" t="t" l="l"/>
              <a:pathLst>
                <a:path h="1835742" w="2027426">
                  <a:moveTo>
                    <a:pt x="0" y="0"/>
                  </a:moveTo>
                  <a:lnTo>
                    <a:pt x="2027426" y="0"/>
                  </a:lnTo>
                  <a:lnTo>
                    <a:pt x="2027426" y="1835742"/>
                  </a:lnTo>
                  <a:lnTo>
                    <a:pt x="0" y="18357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49946" y="273983"/>
              <a:ext cx="1457804" cy="995826"/>
              <a:chOff x="0" y="0"/>
              <a:chExt cx="278000" cy="189902"/>
            </a:xfrm>
          </p:grpSpPr>
          <p:sp>
            <p:nvSpPr>
              <p:cNvPr name="Freeform 6" id="6"/>
              <p:cNvSpPr/>
              <p:nvPr/>
            </p:nvSpPr>
            <p:spPr>
              <a:xfrm flipH="false" flipV="false" rot="0">
                <a:off x="0" y="0"/>
                <a:ext cx="278000" cy="189902"/>
              </a:xfrm>
              <a:custGeom>
                <a:avLst/>
                <a:gdLst/>
                <a:ahLst/>
                <a:cxnLst/>
                <a:rect r="r" b="b" t="t" l="l"/>
                <a:pathLst>
                  <a:path h="189902" w="278000">
                    <a:moveTo>
                      <a:pt x="0" y="0"/>
                    </a:moveTo>
                    <a:lnTo>
                      <a:pt x="278000" y="0"/>
                    </a:lnTo>
                    <a:lnTo>
                      <a:pt x="278000" y="189902"/>
                    </a:lnTo>
                    <a:lnTo>
                      <a:pt x="0" y="189902"/>
                    </a:lnTo>
                    <a:close/>
                  </a:path>
                </a:pathLst>
              </a:custGeom>
              <a:solidFill>
                <a:srgbClr val="FFFFFF"/>
              </a:solidFill>
            </p:spPr>
          </p:sp>
          <p:sp>
            <p:nvSpPr>
              <p:cNvPr name="TextBox 7" id="7"/>
              <p:cNvSpPr txBox="true"/>
              <p:nvPr/>
            </p:nvSpPr>
            <p:spPr>
              <a:xfrm>
                <a:off x="0" y="-38100"/>
                <a:ext cx="278000" cy="228002"/>
              </a:xfrm>
              <a:prstGeom prst="rect">
                <a:avLst/>
              </a:prstGeom>
            </p:spPr>
            <p:txBody>
              <a:bodyPr anchor="ctr" rtlCol="false" tIns="50800" lIns="50800" bIns="50800" rIns="50800"/>
              <a:lstStyle/>
              <a:p>
                <a:pPr algn="ctr">
                  <a:lnSpc>
                    <a:spcPts val="2659"/>
                  </a:lnSpc>
                  <a:spcBef>
                    <a:spcPct val="0"/>
                  </a:spcBef>
                </a:pPr>
              </a:p>
            </p:txBody>
          </p:sp>
        </p:grpSp>
      </p:grpSp>
      <p:sp>
        <p:nvSpPr>
          <p:cNvPr name="TextBox 8" id="8"/>
          <p:cNvSpPr txBox="true"/>
          <p:nvPr/>
        </p:nvSpPr>
        <p:spPr>
          <a:xfrm rot="0">
            <a:off x="1934244" y="1443544"/>
            <a:ext cx="14419513"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a:solidFill>
                  <a:srgbClr val="000000"/>
                </a:solidFill>
                <a:latin typeface="New Sun Playful"/>
                <a:ea typeface="New Sun Playful"/>
                <a:cs typeface="New Sun Playful"/>
                <a:sym typeface="New Sun Playful"/>
              </a:rPr>
              <a:t>Technology</a:t>
            </a:r>
          </a:p>
        </p:txBody>
      </p:sp>
      <p:sp>
        <p:nvSpPr>
          <p:cNvPr name="TextBox 9" id="9"/>
          <p:cNvSpPr txBox="true"/>
          <p:nvPr/>
        </p:nvSpPr>
        <p:spPr>
          <a:xfrm rot="0">
            <a:off x="8458996" y="4263878"/>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BACKEND</a:t>
            </a:r>
          </a:p>
        </p:txBody>
      </p:sp>
      <p:sp>
        <p:nvSpPr>
          <p:cNvPr name="TextBox 10" id="10"/>
          <p:cNvSpPr txBox="true"/>
          <p:nvPr/>
        </p:nvSpPr>
        <p:spPr>
          <a:xfrm rot="0">
            <a:off x="8458996" y="5401076"/>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FRONTEND</a:t>
            </a:r>
          </a:p>
        </p:txBody>
      </p:sp>
      <p:sp>
        <p:nvSpPr>
          <p:cNvPr name="TextBox 11" id="11"/>
          <p:cNvSpPr txBox="true"/>
          <p:nvPr/>
        </p:nvSpPr>
        <p:spPr>
          <a:xfrm rot="0">
            <a:off x="8458996" y="6542435"/>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DATABASE</a:t>
            </a:r>
          </a:p>
        </p:txBody>
      </p:sp>
      <p:sp>
        <p:nvSpPr>
          <p:cNvPr name="TextBox 12" id="12"/>
          <p:cNvSpPr txBox="true"/>
          <p:nvPr/>
        </p:nvSpPr>
        <p:spPr>
          <a:xfrm rot="0">
            <a:off x="12868288" y="4263878"/>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LARAVEL</a:t>
            </a:r>
          </a:p>
        </p:txBody>
      </p:sp>
      <p:sp>
        <p:nvSpPr>
          <p:cNvPr name="TextBox 13" id="13"/>
          <p:cNvSpPr txBox="true"/>
          <p:nvPr/>
        </p:nvSpPr>
        <p:spPr>
          <a:xfrm rot="0">
            <a:off x="8458996" y="7683795"/>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KRIPTOGRAFI</a:t>
            </a:r>
          </a:p>
        </p:txBody>
      </p:sp>
      <p:sp>
        <p:nvSpPr>
          <p:cNvPr name="TextBox 14" id="14"/>
          <p:cNvSpPr txBox="true"/>
          <p:nvPr/>
        </p:nvSpPr>
        <p:spPr>
          <a:xfrm rot="0">
            <a:off x="12868288" y="5401076"/>
            <a:ext cx="4148137" cy="522216"/>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JS?</a:t>
            </a:r>
          </a:p>
        </p:txBody>
      </p:sp>
      <p:sp>
        <p:nvSpPr>
          <p:cNvPr name="TextBox 15" id="15"/>
          <p:cNvSpPr txBox="true"/>
          <p:nvPr/>
        </p:nvSpPr>
        <p:spPr>
          <a:xfrm rot="0">
            <a:off x="12868288" y="6542435"/>
            <a:ext cx="4148137" cy="522216"/>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MYSQL</a:t>
            </a:r>
          </a:p>
        </p:txBody>
      </p:sp>
      <p:sp>
        <p:nvSpPr>
          <p:cNvPr name="TextBox 16" id="16"/>
          <p:cNvSpPr txBox="true"/>
          <p:nvPr/>
        </p:nvSpPr>
        <p:spPr>
          <a:xfrm rot="0">
            <a:off x="12868288" y="7683795"/>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AES-256-G</a:t>
            </a:r>
            <a:r>
              <a:rPr lang="en-US" sz="3620" spc="713">
                <a:solidFill>
                  <a:srgbClr val="000000"/>
                </a:solidFill>
                <a:latin typeface="New Sun Playful"/>
                <a:ea typeface="New Sun Playful"/>
                <a:cs typeface="New Sun Playful"/>
                <a:sym typeface="New Sun Playful"/>
              </a:rPr>
              <a:t>CM</a:t>
            </a:r>
          </a:p>
        </p:txBody>
      </p:sp>
      <p:sp>
        <p:nvSpPr>
          <p:cNvPr name="TextBox 17" id="17"/>
          <p:cNvSpPr txBox="true"/>
          <p:nvPr/>
        </p:nvSpPr>
        <p:spPr>
          <a:xfrm rot="635331">
            <a:off x="1184239" y="8623632"/>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I’M WATCHING...</a:t>
            </a:r>
          </a:p>
        </p:txBody>
      </p:sp>
      <p:sp>
        <p:nvSpPr>
          <p:cNvPr name="TextBox 18" id="18"/>
          <p:cNvSpPr txBox="true"/>
          <p:nvPr/>
        </p:nvSpPr>
        <p:spPr>
          <a:xfrm rot="0">
            <a:off x="6127073" y="4858570"/>
            <a:ext cx="1185642"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HMM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38250" y="3347391"/>
            <a:ext cx="6607166" cy="5475689"/>
          </a:xfrm>
          <a:custGeom>
            <a:avLst/>
            <a:gdLst/>
            <a:ahLst/>
            <a:cxnLst/>
            <a:rect r="r" b="b" t="t" l="l"/>
            <a:pathLst>
              <a:path h="5475689" w="6607166">
                <a:moveTo>
                  <a:pt x="6607166" y="0"/>
                </a:moveTo>
                <a:lnTo>
                  <a:pt x="0" y="0"/>
                </a:lnTo>
                <a:lnTo>
                  <a:pt x="0" y="5475689"/>
                </a:lnTo>
                <a:lnTo>
                  <a:pt x="6607166" y="5475689"/>
                </a:lnTo>
                <a:lnTo>
                  <a:pt x="66071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969134" y="4508404"/>
            <a:ext cx="1520570" cy="1376807"/>
            <a:chOff x="0" y="0"/>
            <a:chExt cx="2027426" cy="1835742"/>
          </a:xfrm>
        </p:grpSpPr>
        <p:sp>
          <p:nvSpPr>
            <p:cNvPr name="Freeform 4" id="4"/>
            <p:cNvSpPr/>
            <p:nvPr/>
          </p:nvSpPr>
          <p:spPr>
            <a:xfrm flipH="false" flipV="false" rot="0">
              <a:off x="0" y="0"/>
              <a:ext cx="2027426" cy="1835742"/>
            </a:xfrm>
            <a:custGeom>
              <a:avLst/>
              <a:gdLst/>
              <a:ahLst/>
              <a:cxnLst/>
              <a:rect r="r" b="b" t="t" l="l"/>
              <a:pathLst>
                <a:path h="1835742" w="2027426">
                  <a:moveTo>
                    <a:pt x="0" y="0"/>
                  </a:moveTo>
                  <a:lnTo>
                    <a:pt x="2027426" y="0"/>
                  </a:lnTo>
                  <a:lnTo>
                    <a:pt x="2027426" y="1835742"/>
                  </a:lnTo>
                  <a:lnTo>
                    <a:pt x="0" y="18357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49946" y="273983"/>
              <a:ext cx="1457804" cy="995826"/>
              <a:chOff x="0" y="0"/>
              <a:chExt cx="278000" cy="189902"/>
            </a:xfrm>
          </p:grpSpPr>
          <p:sp>
            <p:nvSpPr>
              <p:cNvPr name="Freeform 6" id="6"/>
              <p:cNvSpPr/>
              <p:nvPr/>
            </p:nvSpPr>
            <p:spPr>
              <a:xfrm flipH="false" flipV="false" rot="0">
                <a:off x="0" y="0"/>
                <a:ext cx="278000" cy="189902"/>
              </a:xfrm>
              <a:custGeom>
                <a:avLst/>
                <a:gdLst/>
                <a:ahLst/>
                <a:cxnLst/>
                <a:rect r="r" b="b" t="t" l="l"/>
                <a:pathLst>
                  <a:path h="189902" w="278000">
                    <a:moveTo>
                      <a:pt x="0" y="0"/>
                    </a:moveTo>
                    <a:lnTo>
                      <a:pt x="278000" y="0"/>
                    </a:lnTo>
                    <a:lnTo>
                      <a:pt x="278000" y="189902"/>
                    </a:lnTo>
                    <a:lnTo>
                      <a:pt x="0" y="189902"/>
                    </a:lnTo>
                    <a:close/>
                  </a:path>
                </a:pathLst>
              </a:custGeom>
              <a:solidFill>
                <a:srgbClr val="FFFFFF"/>
              </a:solidFill>
            </p:spPr>
          </p:sp>
          <p:sp>
            <p:nvSpPr>
              <p:cNvPr name="TextBox 7" id="7"/>
              <p:cNvSpPr txBox="true"/>
              <p:nvPr/>
            </p:nvSpPr>
            <p:spPr>
              <a:xfrm>
                <a:off x="0" y="-38100"/>
                <a:ext cx="278000" cy="228002"/>
              </a:xfrm>
              <a:prstGeom prst="rect">
                <a:avLst/>
              </a:prstGeom>
            </p:spPr>
            <p:txBody>
              <a:bodyPr anchor="ctr" rtlCol="false" tIns="50800" lIns="50800" bIns="50800" rIns="50800"/>
              <a:lstStyle/>
              <a:p>
                <a:pPr algn="ctr">
                  <a:lnSpc>
                    <a:spcPts val="2659"/>
                  </a:lnSpc>
                  <a:spcBef>
                    <a:spcPct val="0"/>
                  </a:spcBef>
                </a:pPr>
              </a:p>
            </p:txBody>
          </p:sp>
        </p:grpSp>
      </p:grpSp>
      <p:sp>
        <p:nvSpPr>
          <p:cNvPr name="TextBox 8" id="8"/>
          <p:cNvSpPr txBox="true"/>
          <p:nvPr/>
        </p:nvSpPr>
        <p:spPr>
          <a:xfrm rot="0">
            <a:off x="1934244" y="1443544"/>
            <a:ext cx="14419513"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a:solidFill>
                  <a:srgbClr val="000000"/>
                </a:solidFill>
                <a:latin typeface="New Sun Playful"/>
                <a:ea typeface="New Sun Playful"/>
                <a:cs typeface="New Sun Playful"/>
                <a:sym typeface="New Sun Playful"/>
              </a:rPr>
              <a:t>feature</a:t>
            </a:r>
          </a:p>
        </p:txBody>
      </p:sp>
      <p:sp>
        <p:nvSpPr>
          <p:cNvPr name="TextBox 9" id="9"/>
          <p:cNvSpPr txBox="true"/>
          <p:nvPr/>
        </p:nvSpPr>
        <p:spPr>
          <a:xfrm rot="0">
            <a:off x="8458996" y="4263878"/>
            <a:ext cx="4148137"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LOGIN DAN REGISTRASI</a:t>
            </a:r>
          </a:p>
        </p:txBody>
      </p:sp>
      <p:sp>
        <p:nvSpPr>
          <p:cNvPr name="TextBox 10" id="10"/>
          <p:cNvSpPr txBox="true"/>
          <p:nvPr/>
        </p:nvSpPr>
        <p:spPr>
          <a:xfrm rot="0">
            <a:off x="8458996" y="5991626"/>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SECURE NOTES</a:t>
            </a:r>
          </a:p>
        </p:txBody>
      </p:sp>
      <p:sp>
        <p:nvSpPr>
          <p:cNvPr name="TextBox 11" id="11"/>
          <p:cNvSpPr txBox="true"/>
          <p:nvPr/>
        </p:nvSpPr>
        <p:spPr>
          <a:xfrm rot="0">
            <a:off x="8458996" y="7543608"/>
            <a:ext cx="4148137"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CLIENT-SIDE ENCRYPTION</a:t>
            </a:r>
          </a:p>
        </p:txBody>
      </p:sp>
      <p:sp>
        <p:nvSpPr>
          <p:cNvPr name="TextBox 12" id="12"/>
          <p:cNvSpPr txBox="true"/>
          <p:nvPr/>
        </p:nvSpPr>
        <p:spPr>
          <a:xfrm rot="0">
            <a:off x="12868288" y="4263878"/>
            <a:ext cx="4148137"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SECURE FILE STORAGE</a:t>
            </a:r>
          </a:p>
        </p:txBody>
      </p:sp>
      <p:sp>
        <p:nvSpPr>
          <p:cNvPr name="TextBox 13" id="13"/>
          <p:cNvSpPr txBox="true"/>
          <p:nvPr/>
        </p:nvSpPr>
        <p:spPr>
          <a:xfrm rot="0">
            <a:off x="12868288" y="5777537"/>
            <a:ext cx="4148137"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ACTIVITY LOGGING</a:t>
            </a:r>
          </a:p>
        </p:txBody>
      </p:sp>
      <p:sp>
        <p:nvSpPr>
          <p:cNvPr name="TextBox 14" id="14"/>
          <p:cNvSpPr txBox="true"/>
          <p:nvPr/>
        </p:nvSpPr>
        <p:spPr>
          <a:xfrm rot="0">
            <a:off x="12868288" y="7291195"/>
            <a:ext cx="4148137" cy="153188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ZERO-KNOWLEDGE ARCHITECTURE</a:t>
            </a:r>
          </a:p>
        </p:txBody>
      </p:sp>
      <p:sp>
        <p:nvSpPr>
          <p:cNvPr name="TextBox 15" id="15"/>
          <p:cNvSpPr txBox="true"/>
          <p:nvPr/>
        </p:nvSpPr>
        <p:spPr>
          <a:xfrm rot="635331">
            <a:off x="1184239" y="8623632"/>
            <a:ext cx="4148137"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TYPESSSHIIII</a:t>
            </a:r>
          </a:p>
        </p:txBody>
      </p:sp>
      <p:sp>
        <p:nvSpPr>
          <p:cNvPr name="TextBox 16" id="16"/>
          <p:cNvSpPr txBox="true"/>
          <p:nvPr/>
        </p:nvSpPr>
        <p:spPr>
          <a:xfrm rot="0">
            <a:off x="6127073" y="4858570"/>
            <a:ext cx="1185642"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HEHE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02206" y="2689544"/>
            <a:ext cx="6210329" cy="7848757"/>
          </a:xfrm>
          <a:custGeom>
            <a:avLst/>
            <a:gdLst/>
            <a:ahLst/>
            <a:cxnLst/>
            <a:rect r="r" b="b" t="t" l="l"/>
            <a:pathLst>
              <a:path h="7848757" w="6210329">
                <a:moveTo>
                  <a:pt x="0" y="0"/>
                </a:moveTo>
                <a:lnTo>
                  <a:pt x="6210329" y="0"/>
                </a:lnTo>
                <a:lnTo>
                  <a:pt x="6210329" y="7848757"/>
                </a:lnTo>
                <a:lnTo>
                  <a:pt x="0" y="78487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2074251">
            <a:off x="5289660" y="3510813"/>
            <a:ext cx="1313844" cy="432374"/>
          </a:xfrm>
          <a:custGeom>
            <a:avLst/>
            <a:gdLst/>
            <a:ahLst/>
            <a:cxnLst/>
            <a:rect r="r" b="b" t="t" l="l"/>
            <a:pathLst>
              <a:path h="432374" w="1313844">
                <a:moveTo>
                  <a:pt x="0" y="432374"/>
                </a:moveTo>
                <a:lnTo>
                  <a:pt x="1313844" y="432374"/>
                </a:lnTo>
                <a:lnTo>
                  <a:pt x="1313844" y="0"/>
                </a:lnTo>
                <a:lnTo>
                  <a:pt x="0" y="0"/>
                </a:lnTo>
                <a:lnTo>
                  <a:pt x="0"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506157" y="1428035"/>
            <a:ext cx="3713595" cy="3379372"/>
          </a:xfrm>
          <a:custGeom>
            <a:avLst/>
            <a:gdLst/>
            <a:ahLst/>
            <a:cxnLst/>
            <a:rect r="r" b="b" t="t" l="l"/>
            <a:pathLst>
              <a:path h="3379372" w="3713595">
                <a:moveTo>
                  <a:pt x="0" y="0"/>
                </a:moveTo>
                <a:lnTo>
                  <a:pt x="3713595" y="0"/>
                </a:lnTo>
                <a:lnTo>
                  <a:pt x="3713595" y="3379372"/>
                </a:lnTo>
                <a:lnTo>
                  <a:pt x="0" y="3379372"/>
                </a:lnTo>
                <a:lnTo>
                  <a:pt x="0" y="0"/>
                </a:lnTo>
                <a:close/>
              </a:path>
            </a:pathLst>
          </a:custGeom>
          <a:blipFill>
            <a:blip r:embed="rId6"/>
            <a:stretch>
              <a:fillRect l="0" t="0" r="0" b="0"/>
            </a:stretch>
          </a:blipFill>
        </p:spPr>
      </p:sp>
      <p:sp>
        <p:nvSpPr>
          <p:cNvPr name="Freeform 5" id="5"/>
          <p:cNvSpPr/>
          <p:nvPr/>
        </p:nvSpPr>
        <p:spPr>
          <a:xfrm flipH="false" flipV="false" rot="0">
            <a:off x="14492135" y="1080758"/>
            <a:ext cx="2570229" cy="1481094"/>
          </a:xfrm>
          <a:custGeom>
            <a:avLst/>
            <a:gdLst/>
            <a:ahLst/>
            <a:cxnLst/>
            <a:rect r="r" b="b" t="t" l="l"/>
            <a:pathLst>
              <a:path h="1481094" w="2570229">
                <a:moveTo>
                  <a:pt x="0" y="0"/>
                </a:moveTo>
                <a:lnTo>
                  <a:pt x="2570229" y="0"/>
                </a:lnTo>
                <a:lnTo>
                  <a:pt x="2570229" y="1481094"/>
                </a:lnTo>
                <a:lnTo>
                  <a:pt x="0" y="14810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705990" y="1113860"/>
            <a:ext cx="7138103" cy="1439412"/>
          </a:xfrm>
          <a:prstGeom prst="rect">
            <a:avLst/>
          </a:prstGeom>
        </p:spPr>
        <p:txBody>
          <a:bodyPr anchor="t" rtlCol="false" tIns="0" lIns="0" bIns="0" rIns="0">
            <a:spAutoFit/>
          </a:bodyPr>
          <a:lstStyle/>
          <a:p>
            <a:pPr algn="ctr" marL="0" indent="0" lvl="0">
              <a:lnSpc>
                <a:spcPts val="11347"/>
              </a:lnSpc>
              <a:spcBef>
                <a:spcPct val="0"/>
              </a:spcBef>
            </a:pPr>
            <a:r>
              <a:rPr lang="en-US" sz="9151" spc="1802">
                <a:solidFill>
                  <a:srgbClr val="000000"/>
                </a:solidFill>
                <a:latin typeface="New Sun Playful"/>
                <a:ea typeface="New Sun Playful"/>
                <a:cs typeface="New Sun Playful"/>
                <a:sym typeface="New Sun Playful"/>
              </a:rPr>
              <a:t>Metodologi</a:t>
            </a:r>
          </a:p>
        </p:txBody>
      </p:sp>
      <p:sp>
        <p:nvSpPr>
          <p:cNvPr name="TextBox 7" id="7"/>
          <p:cNvSpPr txBox="true"/>
          <p:nvPr/>
        </p:nvSpPr>
        <p:spPr>
          <a:xfrm rot="0">
            <a:off x="1566326" y="3025373"/>
            <a:ext cx="3204755"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STUDI LITERATUR</a:t>
            </a:r>
          </a:p>
        </p:txBody>
      </p:sp>
      <p:sp>
        <p:nvSpPr>
          <p:cNvPr name="TextBox 8" id="8"/>
          <p:cNvSpPr txBox="true"/>
          <p:nvPr/>
        </p:nvSpPr>
        <p:spPr>
          <a:xfrm rot="0">
            <a:off x="6610178" y="4621265"/>
            <a:ext cx="294424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ANALISIS KEBUTUHAN</a:t>
            </a:r>
          </a:p>
        </p:txBody>
      </p:sp>
      <p:sp>
        <p:nvSpPr>
          <p:cNvPr name="TextBox 9" id="9"/>
          <p:cNvSpPr txBox="true"/>
          <p:nvPr/>
        </p:nvSpPr>
        <p:spPr>
          <a:xfrm rot="0">
            <a:off x="8890830" y="2103649"/>
            <a:ext cx="2944248" cy="1347946"/>
          </a:xfrm>
          <a:prstGeom prst="rect">
            <a:avLst/>
          </a:prstGeom>
        </p:spPr>
        <p:txBody>
          <a:bodyPr anchor="t" rtlCol="false" tIns="0" lIns="0" bIns="0" rIns="0">
            <a:spAutoFit/>
          </a:bodyPr>
          <a:lstStyle/>
          <a:p>
            <a:pPr algn="ctr" marL="0" indent="0" lvl="0">
              <a:lnSpc>
                <a:spcPts val="5431"/>
              </a:lnSpc>
            </a:pPr>
            <a:r>
              <a:rPr lang="en-US" sz="3620" spc="713">
                <a:solidFill>
                  <a:srgbClr val="000000"/>
                </a:solidFill>
                <a:latin typeface="New Sun Playful"/>
                <a:ea typeface="New Sun Playful"/>
                <a:cs typeface="New Sun Playful"/>
                <a:sym typeface="New Sun Playful"/>
              </a:rPr>
              <a:t>ARE YOU SERIOUS?</a:t>
            </a:r>
          </a:p>
        </p:txBody>
      </p:sp>
      <p:sp>
        <p:nvSpPr>
          <p:cNvPr name="TextBox 10" id="10"/>
          <p:cNvSpPr txBox="true"/>
          <p:nvPr/>
        </p:nvSpPr>
        <p:spPr>
          <a:xfrm rot="0">
            <a:off x="14880407" y="1433082"/>
            <a:ext cx="1836831" cy="662146"/>
          </a:xfrm>
          <a:prstGeom prst="rect">
            <a:avLst/>
          </a:prstGeom>
        </p:spPr>
        <p:txBody>
          <a:bodyPr anchor="t" rtlCol="false" tIns="0" lIns="0" bIns="0" rIns="0">
            <a:spAutoFit/>
          </a:bodyPr>
          <a:lstStyle/>
          <a:p>
            <a:pPr algn="ctr" marL="0" indent="0" lvl="0">
              <a:lnSpc>
                <a:spcPts val="5431"/>
              </a:lnSpc>
            </a:pPr>
            <a:r>
              <a:rPr lang="en-US" sz="3620" spc="713">
                <a:solidFill>
                  <a:srgbClr val="000000"/>
                </a:solidFill>
                <a:latin typeface="New Sun Playful"/>
                <a:ea typeface="New Sun Playful"/>
                <a:cs typeface="New Sun Playful"/>
                <a:sym typeface="New Sun Playful"/>
              </a:rPr>
              <a:t>BRO?</a:t>
            </a:r>
          </a:p>
        </p:txBody>
      </p:sp>
      <p:sp>
        <p:nvSpPr>
          <p:cNvPr name="Freeform 11" id="11"/>
          <p:cNvSpPr/>
          <p:nvPr/>
        </p:nvSpPr>
        <p:spPr>
          <a:xfrm flipH="false" flipV="true" rot="9578806">
            <a:off x="7298200" y="5966564"/>
            <a:ext cx="1313844" cy="432374"/>
          </a:xfrm>
          <a:custGeom>
            <a:avLst/>
            <a:gdLst/>
            <a:ahLst/>
            <a:cxnLst/>
            <a:rect r="r" b="b" t="t" l="l"/>
            <a:pathLst>
              <a:path h="432374" w="1313844">
                <a:moveTo>
                  <a:pt x="0" y="432374"/>
                </a:moveTo>
                <a:lnTo>
                  <a:pt x="1313844" y="432374"/>
                </a:lnTo>
                <a:lnTo>
                  <a:pt x="1313844" y="0"/>
                </a:lnTo>
                <a:lnTo>
                  <a:pt x="0" y="0"/>
                </a:lnTo>
                <a:lnTo>
                  <a:pt x="0"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4179710" y="5910261"/>
            <a:ext cx="294424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PERANCANGAN SISTEM</a:t>
            </a:r>
          </a:p>
        </p:txBody>
      </p:sp>
      <p:sp>
        <p:nvSpPr>
          <p:cNvPr name="TextBox 13" id="13"/>
          <p:cNvSpPr txBox="true"/>
          <p:nvPr/>
        </p:nvSpPr>
        <p:spPr>
          <a:xfrm rot="0">
            <a:off x="94202" y="4854626"/>
            <a:ext cx="294424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IMPLEMENTASI SISTEM</a:t>
            </a:r>
          </a:p>
        </p:txBody>
      </p:sp>
      <p:sp>
        <p:nvSpPr>
          <p:cNvPr name="TextBox 14" id="14"/>
          <p:cNvSpPr txBox="true"/>
          <p:nvPr/>
        </p:nvSpPr>
        <p:spPr>
          <a:xfrm rot="0">
            <a:off x="2707586" y="7583998"/>
            <a:ext cx="2944248" cy="1027060"/>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PENGUJIAN KEAMANAN</a:t>
            </a:r>
          </a:p>
        </p:txBody>
      </p:sp>
      <p:sp>
        <p:nvSpPr>
          <p:cNvPr name="TextBox 15" id="15"/>
          <p:cNvSpPr txBox="true"/>
          <p:nvPr/>
        </p:nvSpPr>
        <p:spPr>
          <a:xfrm rot="0">
            <a:off x="5275041" y="9306383"/>
            <a:ext cx="2944248" cy="522235"/>
          </a:xfrm>
          <a:prstGeom prst="rect">
            <a:avLst/>
          </a:prstGeom>
        </p:spPr>
        <p:txBody>
          <a:bodyPr anchor="t" rtlCol="false" tIns="0" lIns="0" bIns="0" rIns="0">
            <a:spAutoFit/>
          </a:bodyPr>
          <a:lstStyle/>
          <a:p>
            <a:pPr algn="ctr" marL="0" indent="0" lvl="0">
              <a:lnSpc>
                <a:spcPts val="3982"/>
              </a:lnSpc>
            </a:pPr>
            <a:r>
              <a:rPr lang="en-US" sz="3620" spc="713">
                <a:solidFill>
                  <a:srgbClr val="000000"/>
                </a:solidFill>
                <a:latin typeface="New Sun Playful"/>
                <a:ea typeface="New Sun Playful"/>
                <a:cs typeface="New Sun Playful"/>
                <a:sym typeface="New Sun Playful"/>
              </a:rPr>
              <a:t>EVALUASI</a:t>
            </a:r>
          </a:p>
        </p:txBody>
      </p:sp>
      <p:sp>
        <p:nvSpPr>
          <p:cNvPr name="Freeform 16" id="16"/>
          <p:cNvSpPr/>
          <p:nvPr/>
        </p:nvSpPr>
        <p:spPr>
          <a:xfrm flipH="true" flipV="true" rot="-8027430">
            <a:off x="1200884" y="6715414"/>
            <a:ext cx="1313844" cy="432374"/>
          </a:xfrm>
          <a:custGeom>
            <a:avLst/>
            <a:gdLst/>
            <a:ahLst/>
            <a:cxnLst/>
            <a:rect r="r" b="b" t="t" l="l"/>
            <a:pathLst>
              <a:path h="432374" w="1313844">
                <a:moveTo>
                  <a:pt x="1313844" y="432374"/>
                </a:moveTo>
                <a:lnTo>
                  <a:pt x="0" y="432374"/>
                </a:lnTo>
                <a:lnTo>
                  <a:pt x="0" y="0"/>
                </a:lnTo>
                <a:lnTo>
                  <a:pt x="1313844" y="0"/>
                </a:lnTo>
                <a:lnTo>
                  <a:pt x="1313844"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true" rot="-10062882">
            <a:off x="2834910" y="6016514"/>
            <a:ext cx="1313844" cy="432374"/>
          </a:xfrm>
          <a:custGeom>
            <a:avLst/>
            <a:gdLst/>
            <a:ahLst/>
            <a:cxnLst/>
            <a:rect r="r" b="b" t="t" l="l"/>
            <a:pathLst>
              <a:path h="432374" w="1313844">
                <a:moveTo>
                  <a:pt x="0" y="432374"/>
                </a:moveTo>
                <a:lnTo>
                  <a:pt x="1313844" y="432374"/>
                </a:lnTo>
                <a:lnTo>
                  <a:pt x="1313844" y="0"/>
                </a:lnTo>
                <a:lnTo>
                  <a:pt x="0" y="0"/>
                </a:lnTo>
                <a:lnTo>
                  <a:pt x="0"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true" flipV="true" rot="-8027430">
            <a:off x="3678403" y="8988608"/>
            <a:ext cx="1313844" cy="432374"/>
          </a:xfrm>
          <a:custGeom>
            <a:avLst/>
            <a:gdLst/>
            <a:ahLst/>
            <a:cxnLst/>
            <a:rect r="r" b="b" t="t" l="l"/>
            <a:pathLst>
              <a:path h="432374" w="1313844">
                <a:moveTo>
                  <a:pt x="1313844" y="432374"/>
                </a:moveTo>
                <a:lnTo>
                  <a:pt x="0" y="432374"/>
                </a:lnTo>
                <a:lnTo>
                  <a:pt x="0" y="0"/>
                </a:lnTo>
                <a:lnTo>
                  <a:pt x="1313844" y="0"/>
                </a:lnTo>
                <a:lnTo>
                  <a:pt x="1313844" y="432374"/>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480087" y="949633"/>
            <a:ext cx="7636338" cy="4308167"/>
          </a:xfrm>
          <a:custGeom>
            <a:avLst/>
            <a:gdLst/>
            <a:ahLst/>
            <a:cxnLst/>
            <a:rect r="r" b="b" t="t" l="l"/>
            <a:pathLst>
              <a:path h="4308167" w="7636338">
                <a:moveTo>
                  <a:pt x="0" y="4308167"/>
                </a:moveTo>
                <a:lnTo>
                  <a:pt x="7636338" y="4308167"/>
                </a:lnTo>
                <a:lnTo>
                  <a:pt x="7636338" y="0"/>
                </a:lnTo>
                <a:lnTo>
                  <a:pt x="0" y="0"/>
                </a:lnTo>
                <a:lnTo>
                  <a:pt x="0" y="4308167"/>
                </a:lnTo>
                <a:close/>
              </a:path>
            </a:pathLst>
          </a:custGeom>
          <a:blipFill>
            <a:blip r:embed="rId2"/>
            <a:stretch>
              <a:fillRect l="0" t="0" r="0" b="0"/>
            </a:stretch>
          </a:blipFill>
        </p:spPr>
      </p:sp>
      <p:sp>
        <p:nvSpPr>
          <p:cNvPr name="Freeform 3" id="3"/>
          <p:cNvSpPr/>
          <p:nvPr/>
        </p:nvSpPr>
        <p:spPr>
          <a:xfrm flipH="true" flipV="false" rot="0">
            <a:off x="9451512" y="4383264"/>
            <a:ext cx="7242199" cy="6201133"/>
          </a:xfrm>
          <a:custGeom>
            <a:avLst/>
            <a:gdLst/>
            <a:ahLst/>
            <a:cxnLst/>
            <a:rect r="r" b="b" t="t" l="l"/>
            <a:pathLst>
              <a:path h="6201133" w="7242199">
                <a:moveTo>
                  <a:pt x="7242199" y="0"/>
                </a:moveTo>
                <a:lnTo>
                  <a:pt x="0" y="0"/>
                </a:lnTo>
                <a:lnTo>
                  <a:pt x="0" y="6201133"/>
                </a:lnTo>
                <a:lnTo>
                  <a:pt x="7242199" y="6201133"/>
                </a:lnTo>
                <a:lnTo>
                  <a:pt x="724219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a:off x="16196593" y="8911746"/>
            <a:ext cx="1414533" cy="2122285"/>
          </a:xfrm>
          <a:custGeom>
            <a:avLst/>
            <a:gdLst/>
            <a:ahLst/>
            <a:cxnLst/>
            <a:rect r="r" b="b" t="t" l="l"/>
            <a:pathLst>
              <a:path h="2122285" w="1414533">
                <a:moveTo>
                  <a:pt x="0" y="0"/>
                </a:moveTo>
                <a:quadBezTo>
                  <a:pt x="1432511" y="577759"/>
                  <a:pt x="1414304" y="2122285"/>
                </a:quadBezTo>
              </a:path>
            </a:pathLst>
          </a:custGeom>
          <a:ln cap="flat" w="95250">
            <a:solidFill>
              <a:srgbClr val="000000"/>
            </a:solidFill>
            <a:prstDash val="solid"/>
            <a:headEnd type="none" len="sm" w="sm"/>
            <a:tailEnd type="none" len="sm" w="sm"/>
          </a:ln>
        </p:spPr>
      </p:sp>
      <p:sp>
        <p:nvSpPr>
          <p:cNvPr name="Freeform 5" id="5"/>
          <p:cNvSpPr/>
          <p:nvPr/>
        </p:nvSpPr>
        <p:spPr>
          <a:xfrm flipH="false" flipV="true" rot="1580708">
            <a:off x="5734553" y="1657996"/>
            <a:ext cx="1157247" cy="380839"/>
          </a:xfrm>
          <a:custGeom>
            <a:avLst/>
            <a:gdLst/>
            <a:ahLst/>
            <a:cxnLst/>
            <a:rect r="r" b="b" t="t" l="l"/>
            <a:pathLst>
              <a:path h="380839" w="1157247">
                <a:moveTo>
                  <a:pt x="0" y="380839"/>
                </a:moveTo>
                <a:lnTo>
                  <a:pt x="1157247" y="380839"/>
                </a:lnTo>
                <a:lnTo>
                  <a:pt x="1157247" y="0"/>
                </a:lnTo>
                <a:lnTo>
                  <a:pt x="0" y="0"/>
                </a:lnTo>
                <a:lnTo>
                  <a:pt x="0" y="380839"/>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87556" y="2386237"/>
            <a:ext cx="8256444" cy="3994055"/>
          </a:xfrm>
          <a:custGeom>
            <a:avLst/>
            <a:gdLst/>
            <a:ahLst/>
            <a:cxnLst/>
            <a:rect r="r" b="b" t="t" l="l"/>
            <a:pathLst>
              <a:path h="3994055" w="8256444">
                <a:moveTo>
                  <a:pt x="0" y="0"/>
                </a:moveTo>
                <a:lnTo>
                  <a:pt x="8256444" y="0"/>
                </a:lnTo>
                <a:lnTo>
                  <a:pt x="8256444" y="3994055"/>
                </a:lnTo>
                <a:lnTo>
                  <a:pt x="0" y="3994055"/>
                </a:lnTo>
                <a:lnTo>
                  <a:pt x="0" y="0"/>
                </a:lnTo>
                <a:close/>
              </a:path>
            </a:pathLst>
          </a:custGeom>
          <a:blipFill>
            <a:blip r:embed="rId7"/>
            <a:stretch>
              <a:fillRect l="0" t="0" r="0" b="0"/>
            </a:stretch>
          </a:blipFill>
        </p:spPr>
      </p:sp>
      <p:sp>
        <p:nvSpPr>
          <p:cNvPr name="TextBox 7" id="7"/>
          <p:cNvSpPr txBox="true"/>
          <p:nvPr/>
        </p:nvSpPr>
        <p:spPr>
          <a:xfrm rot="0">
            <a:off x="10103359" y="1639803"/>
            <a:ext cx="6164179"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strike="noStrike" u="none">
                <a:solidFill>
                  <a:srgbClr val="000000"/>
                </a:solidFill>
                <a:latin typeface="New Sun Playful"/>
                <a:ea typeface="New Sun Playful"/>
                <a:cs typeface="New Sun Playful"/>
                <a:sym typeface="New Sun Playful"/>
              </a:rPr>
              <a:t>result</a:t>
            </a:r>
          </a:p>
        </p:txBody>
      </p:sp>
      <p:sp>
        <p:nvSpPr>
          <p:cNvPr name="TextBox 8" id="8"/>
          <p:cNvSpPr txBox="true"/>
          <p:nvPr/>
        </p:nvSpPr>
        <p:spPr>
          <a:xfrm rot="369086">
            <a:off x="3357808" y="1374093"/>
            <a:ext cx="2204078" cy="488858"/>
          </a:xfrm>
          <a:prstGeom prst="rect">
            <a:avLst/>
          </a:prstGeom>
        </p:spPr>
        <p:txBody>
          <a:bodyPr anchor="t" rtlCol="false" tIns="0" lIns="0" bIns="0" rIns="0">
            <a:spAutoFit/>
          </a:bodyPr>
          <a:lstStyle/>
          <a:p>
            <a:pPr algn="ctr" marL="0" indent="0" lvl="0">
              <a:lnSpc>
                <a:spcPts val="3897"/>
              </a:lnSpc>
              <a:spcBef>
                <a:spcPct val="0"/>
              </a:spcBef>
            </a:pPr>
            <a:r>
              <a:rPr lang="en-US" sz="3143" spc="619">
                <a:solidFill>
                  <a:srgbClr val="000000"/>
                </a:solidFill>
                <a:latin typeface="New Sun Playful"/>
                <a:ea typeface="New Sun Playful"/>
                <a:cs typeface="New Sun Playful"/>
                <a:sym typeface="New Sun Playful"/>
              </a:rPr>
              <a:t>AMAZING!</a:t>
            </a:r>
          </a:p>
        </p:txBody>
      </p:sp>
      <p:sp>
        <p:nvSpPr>
          <p:cNvPr name="TextBox 9" id="9"/>
          <p:cNvSpPr txBox="true"/>
          <p:nvPr/>
        </p:nvSpPr>
        <p:spPr>
          <a:xfrm rot="0">
            <a:off x="869874" y="7161342"/>
            <a:ext cx="7177903" cy="1908175"/>
          </a:xfrm>
          <a:prstGeom prst="rect">
            <a:avLst/>
          </a:prstGeom>
        </p:spPr>
        <p:txBody>
          <a:bodyPr anchor="t" rtlCol="false" tIns="0" lIns="0" bIns="0" rIns="0">
            <a:spAutoFit/>
          </a:bodyPr>
          <a:lstStyle/>
          <a:p>
            <a:pPr algn="just" marL="0" indent="0" lvl="0">
              <a:lnSpc>
                <a:spcPts val="3049"/>
              </a:lnSpc>
            </a:pPr>
            <a:r>
              <a:rPr lang="en-US" sz="2499" spc="-74">
                <a:solidFill>
                  <a:srgbClr val="1E1E1E"/>
                </a:solidFill>
                <a:latin typeface="Aileron"/>
                <a:ea typeface="Aileron"/>
                <a:cs typeface="Aileron"/>
                <a:sym typeface="Aileron"/>
              </a:rPr>
              <a:t>P</a:t>
            </a:r>
            <a:r>
              <a:rPr lang="en-US" sz="2499" spc="-74" strike="noStrike" u="none">
                <a:solidFill>
                  <a:srgbClr val="1E1E1E"/>
                </a:solidFill>
                <a:latin typeface="Aileron"/>
                <a:ea typeface="Aileron"/>
                <a:cs typeface="Aileron"/>
                <a:sym typeface="Aileron"/>
              </a:rPr>
              <a:t>engujian SQL Injection dilakukan pada form login dengan memasukkan input yang tidak valid. Hasil pengujian menunjukkan bahwa sistem menolak proses autentikasi sehingga akses tidak dapat diperoleh tanpa krede</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ia</a:t>
            </a:r>
            <a:r>
              <a:rPr lang="en-US" sz="2499" spc="-74" strike="noStrike" u="none">
                <a:solidFill>
                  <a:srgbClr val="1E1E1E"/>
                </a:solidFill>
                <a:latin typeface="Aileron"/>
                <a:ea typeface="Aileron"/>
                <a:cs typeface="Aileron"/>
                <a:sym typeface="Aileron"/>
              </a:rPr>
              <a:t>l </a:t>
            </a:r>
            <a:r>
              <a:rPr lang="en-US" sz="2499" spc="-74" strike="noStrike" u="none">
                <a:solidFill>
                  <a:srgbClr val="1E1E1E"/>
                </a:solidFill>
                <a:latin typeface="Aileron"/>
                <a:ea typeface="Aileron"/>
                <a:cs typeface="Aileron"/>
                <a:sym typeface="Aileron"/>
              </a:rPr>
              <a:t>y</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ng</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be</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480087" y="949633"/>
            <a:ext cx="7636338" cy="4308167"/>
          </a:xfrm>
          <a:custGeom>
            <a:avLst/>
            <a:gdLst/>
            <a:ahLst/>
            <a:cxnLst/>
            <a:rect r="r" b="b" t="t" l="l"/>
            <a:pathLst>
              <a:path h="4308167" w="7636338">
                <a:moveTo>
                  <a:pt x="0" y="4308167"/>
                </a:moveTo>
                <a:lnTo>
                  <a:pt x="7636338" y="4308167"/>
                </a:lnTo>
                <a:lnTo>
                  <a:pt x="7636338" y="0"/>
                </a:lnTo>
                <a:lnTo>
                  <a:pt x="0" y="0"/>
                </a:lnTo>
                <a:lnTo>
                  <a:pt x="0" y="4308167"/>
                </a:lnTo>
                <a:close/>
              </a:path>
            </a:pathLst>
          </a:custGeom>
          <a:blipFill>
            <a:blip r:embed="rId2"/>
            <a:stretch>
              <a:fillRect l="0" t="0" r="0" b="0"/>
            </a:stretch>
          </a:blipFill>
        </p:spPr>
      </p:sp>
      <p:sp>
        <p:nvSpPr>
          <p:cNvPr name="Freeform 3" id="3"/>
          <p:cNvSpPr/>
          <p:nvPr/>
        </p:nvSpPr>
        <p:spPr>
          <a:xfrm flipH="true" flipV="false" rot="0">
            <a:off x="9451512" y="4383264"/>
            <a:ext cx="7242199" cy="6201133"/>
          </a:xfrm>
          <a:custGeom>
            <a:avLst/>
            <a:gdLst/>
            <a:ahLst/>
            <a:cxnLst/>
            <a:rect r="r" b="b" t="t" l="l"/>
            <a:pathLst>
              <a:path h="6201133" w="7242199">
                <a:moveTo>
                  <a:pt x="7242199" y="0"/>
                </a:moveTo>
                <a:lnTo>
                  <a:pt x="0" y="0"/>
                </a:lnTo>
                <a:lnTo>
                  <a:pt x="0" y="6201133"/>
                </a:lnTo>
                <a:lnTo>
                  <a:pt x="7242199" y="6201133"/>
                </a:lnTo>
                <a:lnTo>
                  <a:pt x="724219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a:off x="16196593" y="8911746"/>
            <a:ext cx="1414533" cy="2122285"/>
          </a:xfrm>
          <a:custGeom>
            <a:avLst/>
            <a:gdLst/>
            <a:ahLst/>
            <a:cxnLst/>
            <a:rect r="r" b="b" t="t" l="l"/>
            <a:pathLst>
              <a:path h="2122285" w="1414533">
                <a:moveTo>
                  <a:pt x="0" y="0"/>
                </a:moveTo>
                <a:quadBezTo>
                  <a:pt x="1432511" y="577759"/>
                  <a:pt x="1414304" y="2122285"/>
                </a:quadBezTo>
              </a:path>
            </a:pathLst>
          </a:custGeom>
          <a:ln cap="flat" w="95250">
            <a:solidFill>
              <a:srgbClr val="000000"/>
            </a:solidFill>
            <a:prstDash val="solid"/>
            <a:headEnd type="none" len="sm" w="sm"/>
            <a:tailEnd type="none" len="sm" w="sm"/>
          </a:ln>
        </p:spPr>
      </p:sp>
      <p:sp>
        <p:nvSpPr>
          <p:cNvPr name="Freeform 5" id="5"/>
          <p:cNvSpPr/>
          <p:nvPr/>
        </p:nvSpPr>
        <p:spPr>
          <a:xfrm flipH="false" flipV="true" rot="1580708">
            <a:off x="5734553" y="1657996"/>
            <a:ext cx="1157247" cy="380839"/>
          </a:xfrm>
          <a:custGeom>
            <a:avLst/>
            <a:gdLst/>
            <a:ahLst/>
            <a:cxnLst/>
            <a:rect r="r" b="b" t="t" l="l"/>
            <a:pathLst>
              <a:path h="380839" w="1157247">
                <a:moveTo>
                  <a:pt x="0" y="380839"/>
                </a:moveTo>
                <a:lnTo>
                  <a:pt x="1157247" y="380839"/>
                </a:lnTo>
                <a:lnTo>
                  <a:pt x="1157247" y="0"/>
                </a:lnTo>
                <a:lnTo>
                  <a:pt x="0" y="0"/>
                </a:lnTo>
                <a:lnTo>
                  <a:pt x="0" y="380839"/>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36456" y="2480032"/>
            <a:ext cx="8717849" cy="3658783"/>
          </a:xfrm>
          <a:custGeom>
            <a:avLst/>
            <a:gdLst/>
            <a:ahLst/>
            <a:cxnLst/>
            <a:rect r="r" b="b" t="t" l="l"/>
            <a:pathLst>
              <a:path h="3658783" w="8717849">
                <a:moveTo>
                  <a:pt x="0" y="0"/>
                </a:moveTo>
                <a:lnTo>
                  <a:pt x="8717849" y="0"/>
                </a:lnTo>
                <a:lnTo>
                  <a:pt x="8717849" y="3658783"/>
                </a:lnTo>
                <a:lnTo>
                  <a:pt x="0" y="3658783"/>
                </a:lnTo>
                <a:lnTo>
                  <a:pt x="0" y="0"/>
                </a:lnTo>
                <a:close/>
              </a:path>
            </a:pathLst>
          </a:custGeom>
          <a:blipFill>
            <a:blip r:embed="rId7"/>
            <a:stretch>
              <a:fillRect l="-29633" t="0" r="0" b="0"/>
            </a:stretch>
          </a:blipFill>
        </p:spPr>
      </p:sp>
      <p:sp>
        <p:nvSpPr>
          <p:cNvPr name="TextBox 7" id="7"/>
          <p:cNvSpPr txBox="true"/>
          <p:nvPr/>
        </p:nvSpPr>
        <p:spPr>
          <a:xfrm rot="0">
            <a:off x="10103359" y="1639803"/>
            <a:ext cx="6164179" cy="1632835"/>
          </a:xfrm>
          <a:prstGeom prst="rect">
            <a:avLst/>
          </a:prstGeom>
        </p:spPr>
        <p:txBody>
          <a:bodyPr anchor="t" rtlCol="false" tIns="0" lIns="0" bIns="0" rIns="0">
            <a:spAutoFit/>
          </a:bodyPr>
          <a:lstStyle/>
          <a:p>
            <a:pPr algn="ctr" marL="0" indent="0" lvl="0">
              <a:lnSpc>
                <a:spcPts val="12959"/>
              </a:lnSpc>
              <a:spcBef>
                <a:spcPct val="0"/>
              </a:spcBef>
            </a:pPr>
            <a:r>
              <a:rPr lang="en-US" sz="10450" spc="2058" strike="noStrike" u="none">
                <a:solidFill>
                  <a:srgbClr val="000000"/>
                </a:solidFill>
                <a:latin typeface="New Sun Playful"/>
                <a:ea typeface="New Sun Playful"/>
                <a:cs typeface="New Sun Playful"/>
                <a:sym typeface="New Sun Playful"/>
              </a:rPr>
              <a:t>result</a:t>
            </a:r>
          </a:p>
        </p:txBody>
      </p:sp>
      <p:sp>
        <p:nvSpPr>
          <p:cNvPr name="TextBox 8" id="8"/>
          <p:cNvSpPr txBox="true"/>
          <p:nvPr/>
        </p:nvSpPr>
        <p:spPr>
          <a:xfrm rot="369086">
            <a:off x="3357808" y="1374093"/>
            <a:ext cx="2204078" cy="488858"/>
          </a:xfrm>
          <a:prstGeom prst="rect">
            <a:avLst/>
          </a:prstGeom>
        </p:spPr>
        <p:txBody>
          <a:bodyPr anchor="t" rtlCol="false" tIns="0" lIns="0" bIns="0" rIns="0">
            <a:spAutoFit/>
          </a:bodyPr>
          <a:lstStyle/>
          <a:p>
            <a:pPr algn="ctr" marL="0" indent="0" lvl="0">
              <a:lnSpc>
                <a:spcPts val="3897"/>
              </a:lnSpc>
              <a:spcBef>
                <a:spcPct val="0"/>
              </a:spcBef>
            </a:pPr>
            <a:r>
              <a:rPr lang="en-US" sz="3143" spc="619">
                <a:solidFill>
                  <a:srgbClr val="000000"/>
                </a:solidFill>
                <a:latin typeface="New Sun Playful"/>
                <a:ea typeface="New Sun Playful"/>
                <a:cs typeface="New Sun Playful"/>
                <a:sym typeface="New Sun Playful"/>
              </a:rPr>
              <a:t>AMAZING!</a:t>
            </a:r>
          </a:p>
        </p:txBody>
      </p:sp>
      <p:sp>
        <p:nvSpPr>
          <p:cNvPr name="TextBox 9" id="9"/>
          <p:cNvSpPr txBox="true"/>
          <p:nvPr/>
        </p:nvSpPr>
        <p:spPr>
          <a:xfrm rot="0">
            <a:off x="869874" y="6780342"/>
            <a:ext cx="7177903" cy="2289175"/>
          </a:xfrm>
          <a:prstGeom prst="rect">
            <a:avLst/>
          </a:prstGeom>
        </p:spPr>
        <p:txBody>
          <a:bodyPr anchor="t" rtlCol="false" tIns="0" lIns="0" bIns="0" rIns="0">
            <a:spAutoFit/>
          </a:bodyPr>
          <a:lstStyle/>
          <a:p>
            <a:pPr algn="just" marL="0" indent="0" lvl="0">
              <a:lnSpc>
                <a:spcPts val="3049"/>
              </a:lnSpc>
            </a:pPr>
            <a:r>
              <a:rPr lang="en-US" sz="2499" spc="-74">
                <a:solidFill>
                  <a:srgbClr val="1E1E1E"/>
                </a:solidFill>
                <a:latin typeface="Aileron"/>
                <a:ea typeface="Aileron"/>
                <a:cs typeface="Aileron"/>
                <a:sym typeface="Aileron"/>
              </a:rPr>
              <a:t>P</a:t>
            </a:r>
            <a:r>
              <a:rPr lang="en-US" sz="2499" spc="-74" strike="noStrike" u="none">
                <a:solidFill>
                  <a:srgbClr val="1E1E1E"/>
                </a:solidFill>
                <a:latin typeface="Aileron"/>
                <a:ea typeface="Aileron"/>
                <a:cs typeface="Aileron"/>
                <a:sym typeface="Aileron"/>
              </a:rPr>
              <a:t>engujian dilakukan dengan menggunakan password yang berbeda dari password saat proses enkripsi. Sistem gagal melakukan dekripsi dan menampilkan pesan kesalahan, yang menunjukkan bahwa data hanya dapat diakses menggunakan password yang benar.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886975" y="1698341"/>
            <a:ext cx="7621665" cy="7024635"/>
          </a:xfrm>
          <a:custGeom>
            <a:avLst/>
            <a:gdLst/>
            <a:ahLst/>
            <a:cxnLst/>
            <a:rect r="r" b="b" t="t" l="l"/>
            <a:pathLst>
              <a:path h="7024635" w="7621665">
                <a:moveTo>
                  <a:pt x="7621665" y="0"/>
                </a:moveTo>
                <a:lnTo>
                  <a:pt x="0" y="0"/>
                </a:lnTo>
                <a:lnTo>
                  <a:pt x="0" y="7024635"/>
                </a:lnTo>
                <a:lnTo>
                  <a:pt x="7621665" y="7024635"/>
                </a:lnTo>
                <a:lnTo>
                  <a:pt x="762166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89138" y="1028700"/>
            <a:ext cx="7759770" cy="3870185"/>
          </a:xfrm>
          <a:custGeom>
            <a:avLst/>
            <a:gdLst/>
            <a:ahLst/>
            <a:cxnLst/>
            <a:rect r="r" b="b" t="t" l="l"/>
            <a:pathLst>
              <a:path h="3870185" w="7759770">
                <a:moveTo>
                  <a:pt x="0" y="0"/>
                </a:moveTo>
                <a:lnTo>
                  <a:pt x="7759769" y="0"/>
                </a:lnTo>
                <a:lnTo>
                  <a:pt x="7759769" y="3870185"/>
                </a:lnTo>
                <a:lnTo>
                  <a:pt x="0" y="38701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255784">
            <a:off x="8554448" y="1811647"/>
            <a:ext cx="8198424" cy="1632835"/>
          </a:xfrm>
          <a:prstGeom prst="rect">
            <a:avLst/>
          </a:prstGeom>
        </p:spPr>
        <p:txBody>
          <a:bodyPr anchor="t" rtlCol="false" tIns="0" lIns="0" bIns="0" rIns="0">
            <a:spAutoFit/>
          </a:bodyPr>
          <a:lstStyle/>
          <a:p>
            <a:pPr algn="ctr" marL="0" indent="0" lvl="0">
              <a:lnSpc>
                <a:spcPts val="12959"/>
              </a:lnSpc>
              <a:spcBef>
                <a:spcPct val="0"/>
              </a:spcBef>
            </a:pPr>
            <a:r>
              <a:rPr lang="en-US" sz="10450" spc="1745" strike="noStrike" u="none">
                <a:solidFill>
                  <a:srgbClr val="000000"/>
                </a:solidFill>
                <a:latin typeface="New Sun Playful"/>
                <a:ea typeface="New Sun Playful"/>
                <a:cs typeface="New Sun Playful"/>
                <a:sym typeface="New Sun Playful"/>
              </a:rPr>
              <a:t>analysis</a:t>
            </a:r>
          </a:p>
        </p:txBody>
      </p:sp>
      <p:sp>
        <p:nvSpPr>
          <p:cNvPr name="TextBox 5" id="5"/>
          <p:cNvSpPr txBox="true"/>
          <p:nvPr/>
        </p:nvSpPr>
        <p:spPr>
          <a:xfrm rot="0">
            <a:off x="10769110" y="4556877"/>
            <a:ext cx="5379039" cy="2289175"/>
          </a:xfrm>
          <a:prstGeom prst="rect">
            <a:avLst/>
          </a:prstGeom>
        </p:spPr>
        <p:txBody>
          <a:bodyPr anchor="t" rtlCol="false" tIns="0" lIns="0" bIns="0" rIns="0">
            <a:spAutoFit/>
          </a:bodyPr>
          <a:lstStyle/>
          <a:p>
            <a:pPr algn="just" marL="0" indent="0" lvl="0">
              <a:lnSpc>
                <a:spcPts val="3049"/>
              </a:lnSpc>
              <a:spcBef>
                <a:spcPct val="0"/>
              </a:spcBef>
            </a:pPr>
            <a:r>
              <a:rPr lang="en-US" sz="2499" spc="-74">
                <a:solidFill>
                  <a:srgbClr val="1E1E1E"/>
                </a:solidFill>
                <a:latin typeface="Aileron"/>
                <a:ea typeface="Aileron"/>
                <a:cs typeface="Aileron"/>
                <a:sym typeface="Aileron"/>
              </a:rPr>
              <a:t>Data</a:t>
            </a:r>
            <a:r>
              <a:rPr lang="en-US" sz="2499" spc="-74" strike="noStrike" u="none">
                <a:solidFill>
                  <a:srgbClr val="1E1E1E"/>
                </a:solidFill>
                <a:latin typeface="Aileron"/>
                <a:ea typeface="Aileron"/>
                <a:cs typeface="Aileron"/>
                <a:sym typeface="Aileron"/>
              </a:rPr>
              <a:t> pengguna disimpan dalam bentuk terenkripsi (ciphertext), password diamankan menggunakan hashing bcrypt, dan proses dekripsi hanya dapat dilakukan dengan password yang benar.</a:t>
            </a:r>
          </a:p>
        </p:txBody>
      </p:sp>
      <p:sp>
        <p:nvSpPr>
          <p:cNvPr name="TextBox 6" id="6"/>
          <p:cNvSpPr txBox="true"/>
          <p:nvPr/>
        </p:nvSpPr>
        <p:spPr>
          <a:xfrm rot="0">
            <a:off x="9314204" y="5139236"/>
            <a:ext cx="1454906" cy="1402352"/>
          </a:xfrm>
          <a:prstGeom prst="rect">
            <a:avLst/>
          </a:prstGeom>
        </p:spPr>
        <p:txBody>
          <a:bodyPr anchor="t" rtlCol="false" tIns="0" lIns="0" bIns="0" rIns="0">
            <a:spAutoFit/>
          </a:bodyPr>
          <a:lstStyle/>
          <a:p>
            <a:pPr algn="just" marL="0" indent="0" lvl="0">
              <a:lnSpc>
                <a:spcPts val="11052"/>
              </a:lnSpc>
              <a:spcBef>
                <a:spcPct val="0"/>
              </a:spcBef>
            </a:pPr>
            <a:r>
              <a:rPr lang="en-US" b="true" sz="9059" spc="-1268" strike="noStrike" u="none">
                <a:solidFill>
                  <a:srgbClr val="1E1E1E"/>
                </a:solidFill>
                <a:latin typeface="Aileron Bold"/>
                <a:ea typeface="Aileron Bold"/>
                <a:cs typeface="Aileron Bold"/>
                <a:sym typeface="Aileron Bold"/>
              </a:rPr>
              <a:t>01</a:t>
            </a:r>
          </a:p>
        </p:txBody>
      </p:sp>
      <p:sp>
        <p:nvSpPr>
          <p:cNvPr name="TextBox 7" id="7"/>
          <p:cNvSpPr txBox="true"/>
          <p:nvPr/>
        </p:nvSpPr>
        <p:spPr>
          <a:xfrm rot="0">
            <a:off x="15151152" y="7246994"/>
            <a:ext cx="1454906" cy="1405740"/>
          </a:xfrm>
          <a:prstGeom prst="rect">
            <a:avLst/>
          </a:prstGeom>
        </p:spPr>
        <p:txBody>
          <a:bodyPr anchor="t" rtlCol="false" tIns="0" lIns="0" bIns="0" rIns="0">
            <a:spAutoFit/>
          </a:bodyPr>
          <a:lstStyle/>
          <a:p>
            <a:pPr algn="r" marL="0" indent="0" lvl="0">
              <a:lnSpc>
                <a:spcPts val="11052"/>
              </a:lnSpc>
              <a:spcBef>
                <a:spcPct val="0"/>
              </a:spcBef>
            </a:pPr>
            <a:r>
              <a:rPr lang="en-US" b="true" sz="9059" spc="-1268" strike="noStrike" u="none">
                <a:solidFill>
                  <a:srgbClr val="1E1E1E"/>
                </a:solidFill>
                <a:latin typeface="Aileron Bold"/>
                <a:ea typeface="Aileron Bold"/>
                <a:cs typeface="Aileron Bold"/>
                <a:sym typeface="Aileron Bold"/>
              </a:rPr>
              <a:t>02</a:t>
            </a:r>
          </a:p>
        </p:txBody>
      </p:sp>
      <p:sp>
        <p:nvSpPr>
          <p:cNvPr name="TextBox 8" id="8"/>
          <p:cNvSpPr txBox="true"/>
          <p:nvPr/>
        </p:nvSpPr>
        <p:spPr>
          <a:xfrm rot="0">
            <a:off x="9772113" y="7103227"/>
            <a:ext cx="5379039" cy="2670175"/>
          </a:xfrm>
          <a:prstGeom prst="rect">
            <a:avLst/>
          </a:prstGeom>
        </p:spPr>
        <p:txBody>
          <a:bodyPr anchor="t" rtlCol="false" tIns="0" lIns="0" bIns="0" rIns="0">
            <a:spAutoFit/>
          </a:bodyPr>
          <a:lstStyle/>
          <a:p>
            <a:pPr algn="just" marL="0" indent="0" lvl="0">
              <a:lnSpc>
                <a:spcPts val="3049"/>
              </a:lnSpc>
              <a:spcBef>
                <a:spcPct val="0"/>
              </a:spcBef>
            </a:pPr>
            <a:r>
              <a:rPr lang="en-US" sz="2499" spc="-74">
                <a:solidFill>
                  <a:srgbClr val="1E1E1E"/>
                </a:solidFill>
                <a:latin typeface="Aileron"/>
                <a:ea typeface="Aileron"/>
                <a:cs typeface="Aileron"/>
                <a:sym typeface="Aileron"/>
              </a:rPr>
              <a:t>Hasil</a:t>
            </a:r>
            <a:r>
              <a:rPr lang="en-US" sz="2499" spc="-74" strike="noStrike" u="none">
                <a:solidFill>
                  <a:srgbClr val="1E1E1E"/>
                </a:solidFill>
                <a:latin typeface="Aileron"/>
                <a:ea typeface="Aileron"/>
                <a:cs typeface="Aileron"/>
                <a:sym typeface="Aileron"/>
              </a:rPr>
              <a:t> p</a:t>
            </a:r>
            <a:r>
              <a:rPr lang="en-US" sz="2499" spc="-74" strike="noStrike" u="none">
                <a:solidFill>
                  <a:srgbClr val="1E1E1E"/>
                </a:solidFill>
                <a:latin typeface="Aileron"/>
                <a:ea typeface="Aileron"/>
                <a:cs typeface="Aileron"/>
                <a:sym typeface="Aileron"/>
              </a:rPr>
              <a:t>eng</a:t>
            </a:r>
            <a:r>
              <a:rPr lang="en-US" sz="2499" spc="-74" strike="noStrike" u="none">
                <a:solidFill>
                  <a:srgbClr val="1E1E1E"/>
                </a:solidFill>
                <a:latin typeface="Aileron"/>
                <a:ea typeface="Aileron"/>
                <a:cs typeface="Aileron"/>
                <a:sym typeface="Aileron"/>
              </a:rPr>
              <a:t>u</a:t>
            </a:r>
            <a:r>
              <a:rPr lang="en-US" sz="2499" spc="-74" strike="noStrike" u="none">
                <a:solidFill>
                  <a:srgbClr val="1E1E1E"/>
                </a:solidFill>
                <a:latin typeface="Aileron"/>
                <a:ea typeface="Aileron"/>
                <a:cs typeface="Aileron"/>
                <a:sym typeface="Aileron"/>
              </a:rPr>
              <a:t>jian </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enunjukkan</a:t>
            </a:r>
            <a:r>
              <a:rPr lang="en-US" sz="2499" spc="-74" strike="noStrike" u="none">
                <a:solidFill>
                  <a:srgbClr val="1E1E1E"/>
                </a:solidFill>
                <a:latin typeface="Aileron"/>
                <a:ea typeface="Aileron"/>
                <a:cs typeface="Aileron"/>
                <a:sym typeface="Aileron"/>
              </a:rPr>
              <a:t> si</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t</a:t>
            </a:r>
            <a:r>
              <a:rPr lang="en-US" sz="2499" spc="-74" strike="noStrike" u="none">
                <a:solidFill>
                  <a:srgbClr val="1E1E1E"/>
                </a:solidFill>
                <a:latin typeface="Aileron"/>
                <a:ea typeface="Aileron"/>
                <a:cs typeface="Aileron"/>
                <a:sym typeface="Aileron"/>
              </a:rPr>
              <a:t>em</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am</a:t>
            </a:r>
            <a:r>
              <a:rPr lang="en-US" sz="2499" spc="-74" strike="noStrike" u="none">
                <a:solidFill>
                  <a:srgbClr val="1E1E1E"/>
                </a:solidFill>
                <a:latin typeface="Aileron"/>
                <a:ea typeface="Aileron"/>
                <a:cs typeface="Aileron"/>
                <a:sym typeface="Aileron"/>
              </a:rPr>
              <a:t>pu</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men</a:t>
            </a:r>
            <a:r>
              <a:rPr lang="en-US" sz="2499" spc="-74" strike="noStrike" u="none">
                <a:solidFill>
                  <a:srgbClr val="1E1E1E"/>
                </a:solidFill>
                <a:latin typeface="Aileron"/>
                <a:ea typeface="Aileron"/>
                <a:cs typeface="Aileron"/>
                <a:sym typeface="Aileron"/>
              </a:rPr>
              <a:t>c</a:t>
            </a:r>
            <a:r>
              <a:rPr lang="en-US" sz="2499" spc="-74" strike="noStrike" u="none">
                <a:solidFill>
                  <a:srgbClr val="1E1E1E"/>
                </a:solidFill>
                <a:latin typeface="Aileron"/>
                <a:ea typeface="Aileron"/>
                <a:cs typeface="Aileron"/>
                <a:sym typeface="Aileron"/>
              </a:rPr>
              <a:t>egah SQL I</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j</a:t>
            </a:r>
            <a:r>
              <a:rPr lang="en-US" sz="2499" spc="-74" strike="noStrike" u="none">
                <a:solidFill>
                  <a:srgbClr val="1E1E1E"/>
                </a:solidFill>
                <a:latin typeface="Aileron"/>
                <a:ea typeface="Aileron"/>
                <a:cs typeface="Aileron"/>
                <a:sym typeface="Aileron"/>
              </a:rPr>
              <a:t>ect</a:t>
            </a:r>
            <a:r>
              <a:rPr lang="en-US" sz="2499" spc="-74" strike="noStrike" u="none">
                <a:solidFill>
                  <a:srgbClr val="1E1E1E"/>
                </a:solidFill>
                <a:latin typeface="Aileron"/>
                <a:ea typeface="Aileron"/>
                <a:cs typeface="Aileron"/>
                <a:sym typeface="Aileron"/>
              </a:rPr>
              <a:t>ion, m</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nerapkan kon</a:t>
            </a:r>
            <a:r>
              <a:rPr lang="en-US" sz="2499" spc="-74" strike="noStrike" u="none">
                <a:solidFill>
                  <a:srgbClr val="1E1E1E"/>
                </a:solidFill>
                <a:latin typeface="Aileron"/>
                <a:ea typeface="Aileron"/>
                <a:cs typeface="Aileron"/>
                <a:sym typeface="Aileron"/>
              </a:rPr>
              <a:t>tr</a:t>
            </a:r>
            <a:r>
              <a:rPr lang="en-US" sz="2499" spc="-74" strike="noStrike" u="none">
                <a:solidFill>
                  <a:srgbClr val="1E1E1E"/>
                </a:solidFill>
                <a:latin typeface="Aileron"/>
                <a:ea typeface="Aileron"/>
                <a:cs typeface="Aileron"/>
                <a:sym typeface="Aileron"/>
              </a:rPr>
              <a:t>ol</a:t>
            </a:r>
            <a:r>
              <a:rPr lang="en-US" sz="2499" spc="-74" strike="noStrike" u="none">
                <a:solidFill>
                  <a:srgbClr val="1E1E1E"/>
                </a:solidFill>
                <a:latin typeface="Aileron"/>
                <a:ea typeface="Aileron"/>
                <a:cs typeface="Aileron"/>
                <a:sym typeface="Aileron"/>
              </a:rPr>
              <a:t> a</a:t>
            </a:r>
            <a:r>
              <a:rPr lang="en-US" sz="2499" spc="-74" strike="noStrike" u="none">
                <a:solidFill>
                  <a:srgbClr val="1E1E1E"/>
                </a:solidFill>
                <a:latin typeface="Aileron"/>
                <a:ea typeface="Aileron"/>
                <a:cs typeface="Aileron"/>
                <a:sym typeface="Aileron"/>
              </a:rPr>
              <a:t>k</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es antar pe</a:t>
            </a:r>
            <a:r>
              <a:rPr lang="en-US" sz="2499" spc="-74" strike="noStrike" u="none">
                <a:solidFill>
                  <a:srgbClr val="1E1E1E"/>
                </a:solidFill>
                <a:latin typeface="Aileron"/>
                <a:ea typeface="Aileron"/>
                <a:cs typeface="Aileron"/>
                <a:sym typeface="Aileron"/>
              </a:rPr>
              <a:t>ng</a:t>
            </a:r>
            <a:r>
              <a:rPr lang="en-US" sz="2499" spc="-74" strike="noStrike" u="none">
                <a:solidFill>
                  <a:srgbClr val="1E1E1E"/>
                </a:solidFill>
                <a:latin typeface="Aileron"/>
                <a:ea typeface="Aileron"/>
                <a:cs typeface="Aileron"/>
                <a:sym typeface="Aileron"/>
              </a:rPr>
              <a:t>guna,</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r</a:t>
            </a:r>
            <a:r>
              <a:rPr lang="en-US" sz="2499" spc="-74" strike="noStrike" u="none">
                <a:solidFill>
                  <a:srgbClr val="1E1E1E"/>
                </a:solidFill>
                <a:latin typeface="Aileron"/>
                <a:ea typeface="Aileron"/>
                <a:cs typeface="Aileron"/>
                <a:sym typeface="Aileron"/>
              </a:rPr>
              <a:t>t</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t</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tap</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meli</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du</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gi</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da</a:t>
            </a:r>
            <a:r>
              <a:rPr lang="en-US" sz="2499" spc="-74" strike="noStrike" u="none">
                <a:solidFill>
                  <a:srgbClr val="1E1E1E"/>
                </a:solidFill>
                <a:latin typeface="Aileron"/>
                <a:ea typeface="Aileron"/>
                <a:cs typeface="Aileron"/>
                <a:sym typeface="Aileron"/>
              </a:rPr>
              <a:t>t</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 m</a:t>
            </a:r>
            <a:r>
              <a:rPr lang="en-US" sz="2499" spc="-74" strike="noStrike" u="none">
                <a:solidFill>
                  <a:srgbClr val="1E1E1E"/>
                </a:solidFill>
                <a:latin typeface="Aileron"/>
                <a:ea typeface="Aileron"/>
                <a:cs typeface="Aileron"/>
                <a:sym typeface="Aileron"/>
              </a:rPr>
              <a:t>eskip</a:t>
            </a:r>
            <a:r>
              <a:rPr lang="en-US" sz="2499" spc="-74" strike="noStrike" u="none">
                <a:solidFill>
                  <a:srgbClr val="1E1E1E"/>
                </a:solidFill>
                <a:latin typeface="Aileron"/>
                <a:ea typeface="Aileron"/>
                <a:cs typeface="Aileron"/>
                <a:sym typeface="Aileron"/>
              </a:rPr>
              <a:t>u</a:t>
            </a:r>
            <a:r>
              <a:rPr lang="en-US" sz="2499" spc="-74" strike="noStrike" u="none">
                <a:solidFill>
                  <a:srgbClr val="1E1E1E"/>
                </a:solidFill>
                <a:latin typeface="Aileron"/>
                <a:ea typeface="Aileron"/>
                <a:cs typeface="Aileron"/>
                <a:sym typeface="Aileron"/>
              </a:rPr>
              <a:t>n te</a:t>
            </a:r>
            <a:r>
              <a:rPr lang="en-US" sz="2499" spc="-74" strike="noStrike" u="none">
                <a:solidFill>
                  <a:srgbClr val="1E1E1E"/>
                </a:solidFill>
                <a:latin typeface="Aileron"/>
                <a:ea typeface="Aileron"/>
                <a:cs typeface="Aileron"/>
                <a:sym typeface="Aileron"/>
              </a:rPr>
              <a:t>r</a:t>
            </a:r>
            <a:r>
              <a:rPr lang="en-US" sz="2499" spc="-74" strike="noStrike" u="none">
                <a:solidFill>
                  <a:srgbClr val="1E1E1E"/>
                </a:solidFill>
                <a:latin typeface="Aileron"/>
                <a:ea typeface="Aileron"/>
                <a:cs typeface="Aileron"/>
                <a:sym typeface="Aileron"/>
              </a:rPr>
              <a:t>jad</a:t>
            </a:r>
            <a:r>
              <a:rPr lang="en-US" sz="2499" spc="-74" strike="noStrike" u="none">
                <a:solidFill>
                  <a:srgbClr val="1E1E1E"/>
                </a:solidFill>
                <a:latin typeface="Aileron"/>
                <a:ea typeface="Aileron"/>
                <a:cs typeface="Aileron"/>
                <a:sym typeface="Aileron"/>
              </a:rPr>
              <a:t>i </a:t>
            </a:r>
            <a:r>
              <a:rPr lang="en-US" sz="2499" spc="-74" strike="noStrike" u="none">
                <a:solidFill>
                  <a:srgbClr val="1E1E1E"/>
                </a:solidFill>
                <a:latin typeface="Aileron"/>
                <a:ea typeface="Aileron"/>
                <a:cs typeface="Aileron"/>
                <a:sym typeface="Aileron"/>
              </a:rPr>
              <a:t>keboco</a:t>
            </a:r>
            <a:r>
              <a:rPr lang="en-US" sz="2499" spc="-74" strike="noStrike" u="none">
                <a:solidFill>
                  <a:srgbClr val="1E1E1E"/>
                </a:solidFill>
                <a:latin typeface="Aileron"/>
                <a:ea typeface="Aileron"/>
                <a:cs typeface="Aileron"/>
                <a:sym typeface="Aileron"/>
              </a:rPr>
              <a:t>ra</a:t>
            </a:r>
            <a:r>
              <a:rPr lang="en-US" sz="2499" spc="-74" strike="noStrike" u="none">
                <a:solidFill>
                  <a:srgbClr val="1E1E1E"/>
                </a:solidFill>
                <a:latin typeface="Aileron"/>
                <a:ea typeface="Aileron"/>
                <a:cs typeface="Aileron"/>
                <a:sym typeface="Aileron"/>
              </a:rPr>
              <a:t>n databa</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lal</a:t>
            </a:r>
            <a:r>
              <a:rPr lang="en-US" sz="2499" spc="-74" strike="noStrike" u="none">
                <a:solidFill>
                  <a:srgbClr val="1E1E1E"/>
                </a:solidFill>
                <a:latin typeface="Aileron"/>
                <a:ea typeface="Aileron"/>
                <a:cs typeface="Aileron"/>
                <a:sym typeface="Aileron"/>
              </a:rPr>
              <a:t>ui </a:t>
            </a:r>
            <a:r>
              <a:rPr lang="en-US" sz="2499" spc="-74" strike="noStrike" u="none">
                <a:solidFill>
                  <a:srgbClr val="1E1E1E"/>
                </a:solidFill>
                <a:latin typeface="Aileron"/>
                <a:ea typeface="Aileron"/>
                <a:cs typeface="Aileron"/>
                <a:sym typeface="Aileron"/>
              </a:rPr>
              <a:t>pen</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r</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pan</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pr</a:t>
            </a:r>
            <a:r>
              <a:rPr lang="en-US" sz="2499" spc="-74" strike="noStrike" u="none">
                <a:solidFill>
                  <a:srgbClr val="1E1E1E"/>
                </a:solidFill>
                <a:latin typeface="Aileron"/>
                <a:ea typeface="Aileron"/>
                <a:cs typeface="Aileron"/>
                <a:sym typeface="Aileron"/>
              </a:rPr>
              <a:t>ins</a:t>
            </a:r>
            <a:r>
              <a:rPr lang="en-US" sz="2499" spc="-74" strike="noStrike" u="none">
                <a:solidFill>
                  <a:srgbClr val="1E1E1E"/>
                </a:solidFill>
                <a:latin typeface="Aileron"/>
                <a:ea typeface="Aileron"/>
                <a:cs typeface="Aileron"/>
                <a:sym typeface="Aileron"/>
              </a:rPr>
              <a:t>ip</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Con</a:t>
            </a:r>
            <a:r>
              <a:rPr lang="en-US" sz="2499" spc="-74" strike="noStrike" u="none">
                <a:solidFill>
                  <a:srgbClr val="1E1E1E"/>
                </a:solidFill>
                <a:latin typeface="Aileron"/>
                <a:ea typeface="Aileron"/>
                <a:cs typeface="Aileron"/>
                <a:sym typeface="Aileron"/>
              </a:rPr>
              <a:t>fi</a:t>
            </a:r>
            <a:r>
              <a:rPr lang="en-US" sz="2499" spc="-74" strike="noStrike" u="none">
                <a:solidFill>
                  <a:srgbClr val="1E1E1E"/>
                </a:solidFill>
                <a:latin typeface="Aileron"/>
                <a:ea typeface="Aileron"/>
                <a:cs typeface="Aileron"/>
                <a:sym typeface="Aileron"/>
              </a:rPr>
              <a:t>de</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t</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li</a:t>
            </a:r>
            <a:r>
              <a:rPr lang="en-US" sz="2499" spc="-74" strike="noStrike" u="none">
                <a:solidFill>
                  <a:srgbClr val="1E1E1E"/>
                </a:solidFill>
                <a:latin typeface="Aileron"/>
                <a:ea typeface="Aileron"/>
                <a:cs typeface="Aileron"/>
                <a:sym typeface="Aileron"/>
              </a:rPr>
              <a:t>ty</a:t>
            </a:r>
            <a:r>
              <a:rPr lang="en-US" sz="2499" spc="-74" strike="noStrike" u="none">
                <a:solidFill>
                  <a:srgbClr val="1E1E1E"/>
                </a:solidFill>
                <a:latin typeface="Aileron"/>
                <a:ea typeface="Aileron"/>
                <a:cs typeface="Aileron"/>
                <a:sym typeface="Aileron"/>
              </a:rPr>
              <a:t> d</a:t>
            </a:r>
            <a:r>
              <a:rPr lang="en-US" sz="2499" spc="-74" strike="noStrike" u="none">
                <a:solidFill>
                  <a:srgbClr val="1E1E1E"/>
                </a:solidFill>
                <a:latin typeface="Aileron"/>
                <a:ea typeface="Aileron"/>
                <a:cs typeface="Aileron"/>
                <a:sym typeface="Aileron"/>
              </a:rPr>
              <a:t>an</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Integr</a:t>
            </a:r>
            <a:r>
              <a:rPr lang="en-US" sz="2499" spc="-74" strike="noStrike" u="none">
                <a:solidFill>
                  <a:srgbClr val="1E1E1E"/>
                </a:solidFill>
                <a:latin typeface="Aileron"/>
                <a:ea typeface="Aileron"/>
                <a:cs typeface="Aileron"/>
                <a:sym typeface="Aileron"/>
              </a:rPr>
              <a:t>it</a:t>
            </a:r>
            <a:r>
              <a:rPr lang="en-US" sz="2499" spc="-74" strike="noStrike" u="none">
                <a:solidFill>
                  <a:srgbClr val="1E1E1E"/>
                </a:solidFill>
                <a:latin typeface="Aileron"/>
                <a:ea typeface="Aileron"/>
                <a:cs typeface="Aileron"/>
                <a:sym typeface="Aileron"/>
              </a:rPr>
              <a:t>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49699" y="2576398"/>
            <a:ext cx="5805554" cy="7912169"/>
          </a:xfrm>
          <a:custGeom>
            <a:avLst/>
            <a:gdLst/>
            <a:ahLst/>
            <a:cxnLst/>
            <a:rect r="r" b="b" t="t" l="l"/>
            <a:pathLst>
              <a:path h="7912169" w="5805554">
                <a:moveTo>
                  <a:pt x="0" y="0"/>
                </a:moveTo>
                <a:lnTo>
                  <a:pt x="5805554" y="0"/>
                </a:lnTo>
                <a:lnTo>
                  <a:pt x="5805554" y="7912169"/>
                </a:lnTo>
                <a:lnTo>
                  <a:pt x="0" y="79121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43383" y="1028700"/>
            <a:ext cx="2115917" cy="1851428"/>
            <a:chOff x="0" y="0"/>
            <a:chExt cx="2821223" cy="2468570"/>
          </a:xfrm>
        </p:grpSpPr>
        <p:sp>
          <p:nvSpPr>
            <p:cNvPr name="Freeform 4" id="4"/>
            <p:cNvSpPr/>
            <p:nvPr/>
          </p:nvSpPr>
          <p:spPr>
            <a:xfrm flipH="false" flipV="false" rot="0">
              <a:off x="0" y="0"/>
              <a:ext cx="2821223" cy="2468570"/>
            </a:xfrm>
            <a:custGeom>
              <a:avLst/>
              <a:gdLst/>
              <a:ahLst/>
              <a:cxnLst/>
              <a:rect r="r" b="b" t="t" l="l"/>
              <a:pathLst>
                <a:path h="2468570" w="2821223">
                  <a:moveTo>
                    <a:pt x="0" y="0"/>
                  </a:moveTo>
                  <a:lnTo>
                    <a:pt x="2821223" y="0"/>
                  </a:lnTo>
                  <a:lnTo>
                    <a:pt x="2821223" y="2468570"/>
                  </a:lnTo>
                  <a:lnTo>
                    <a:pt x="0" y="246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81912" y="365006"/>
              <a:ext cx="2057400" cy="1237261"/>
              <a:chOff x="0" y="0"/>
              <a:chExt cx="406400" cy="244397"/>
            </a:xfrm>
          </p:grpSpPr>
          <p:sp>
            <p:nvSpPr>
              <p:cNvPr name="Freeform 6" id="6"/>
              <p:cNvSpPr/>
              <p:nvPr/>
            </p:nvSpPr>
            <p:spPr>
              <a:xfrm flipH="false" flipV="false" rot="0">
                <a:off x="0" y="0"/>
                <a:ext cx="406400" cy="244397"/>
              </a:xfrm>
              <a:custGeom>
                <a:avLst/>
                <a:gdLst/>
                <a:ahLst/>
                <a:cxnLst/>
                <a:rect r="r" b="b" t="t" l="l"/>
                <a:pathLst>
                  <a:path h="244397" w="406400">
                    <a:moveTo>
                      <a:pt x="0" y="0"/>
                    </a:moveTo>
                    <a:lnTo>
                      <a:pt x="406400" y="0"/>
                    </a:lnTo>
                    <a:lnTo>
                      <a:pt x="406400" y="244397"/>
                    </a:lnTo>
                    <a:lnTo>
                      <a:pt x="0" y="244397"/>
                    </a:lnTo>
                    <a:close/>
                  </a:path>
                </a:pathLst>
              </a:custGeom>
              <a:solidFill>
                <a:srgbClr val="FFFFFF"/>
              </a:solidFill>
            </p:spPr>
          </p:sp>
          <p:sp>
            <p:nvSpPr>
              <p:cNvPr name="TextBox 7" id="7"/>
              <p:cNvSpPr txBox="true"/>
              <p:nvPr/>
            </p:nvSpPr>
            <p:spPr>
              <a:xfrm>
                <a:off x="0" y="-38100"/>
                <a:ext cx="406400" cy="282497"/>
              </a:xfrm>
              <a:prstGeom prst="rect">
                <a:avLst/>
              </a:prstGeom>
            </p:spPr>
            <p:txBody>
              <a:bodyPr anchor="ctr" rtlCol="false" tIns="50800" lIns="50800" bIns="50800" rIns="50800"/>
              <a:lstStyle/>
              <a:p>
                <a:pPr algn="ctr">
                  <a:lnSpc>
                    <a:spcPts val="2659"/>
                  </a:lnSpc>
                  <a:spcBef>
                    <a:spcPct val="0"/>
                  </a:spcBef>
                </a:pPr>
              </a:p>
            </p:txBody>
          </p:sp>
        </p:grpSp>
      </p:grpSp>
      <p:sp>
        <p:nvSpPr>
          <p:cNvPr name="Freeform 8" id="8"/>
          <p:cNvSpPr/>
          <p:nvPr/>
        </p:nvSpPr>
        <p:spPr>
          <a:xfrm flipH="false" flipV="false" rot="5400000">
            <a:off x="15818992" y="1365028"/>
            <a:ext cx="764699" cy="764699"/>
          </a:xfrm>
          <a:custGeom>
            <a:avLst/>
            <a:gdLst/>
            <a:ahLst/>
            <a:cxnLst/>
            <a:rect r="r" b="b" t="t" l="l"/>
            <a:pathLst>
              <a:path h="764699" w="764699">
                <a:moveTo>
                  <a:pt x="0" y="0"/>
                </a:moveTo>
                <a:lnTo>
                  <a:pt x="764699" y="0"/>
                </a:lnTo>
                <a:lnTo>
                  <a:pt x="764699" y="764699"/>
                </a:lnTo>
                <a:lnTo>
                  <a:pt x="0" y="764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174513" y="1773439"/>
            <a:ext cx="8498020" cy="1635804"/>
          </a:xfrm>
          <a:prstGeom prst="rect">
            <a:avLst/>
          </a:prstGeom>
        </p:spPr>
        <p:txBody>
          <a:bodyPr anchor="t" rtlCol="false" tIns="0" lIns="0" bIns="0" rIns="0">
            <a:spAutoFit/>
          </a:bodyPr>
          <a:lstStyle/>
          <a:p>
            <a:pPr algn="ctr" marL="0" indent="0" lvl="0">
              <a:lnSpc>
                <a:spcPts val="12959"/>
              </a:lnSpc>
            </a:pPr>
            <a:r>
              <a:rPr lang="en-US" sz="10450" spc="2058">
                <a:solidFill>
                  <a:srgbClr val="000000"/>
                </a:solidFill>
                <a:latin typeface="New Sun Playful"/>
                <a:ea typeface="New Sun Playful"/>
                <a:cs typeface="New Sun Playful"/>
                <a:sym typeface="New Sun Playful"/>
              </a:rPr>
              <a:t>c</a:t>
            </a:r>
            <a:r>
              <a:rPr lang="en-US" sz="10450" spc="2058" strike="noStrike" u="none">
                <a:solidFill>
                  <a:srgbClr val="000000"/>
                </a:solidFill>
                <a:latin typeface="New Sun Playful"/>
                <a:ea typeface="New Sun Playful"/>
                <a:cs typeface="New Sun Playful"/>
                <a:sym typeface="New Sun Playful"/>
              </a:rPr>
              <a:t>o</a:t>
            </a:r>
            <a:r>
              <a:rPr lang="en-US" sz="10450" spc="2058" strike="noStrike" u="none">
                <a:solidFill>
                  <a:srgbClr val="000000"/>
                </a:solidFill>
                <a:latin typeface="New Sun Playful"/>
                <a:ea typeface="New Sun Playful"/>
                <a:cs typeface="New Sun Playful"/>
                <a:sym typeface="New Sun Playful"/>
              </a:rPr>
              <a:t>nc</a:t>
            </a:r>
            <a:r>
              <a:rPr lang="en-US" sz="10450" spc="2058" strike="noStrike" u="none">
                <a:solidFill>
                  <a:srgbClr val="000000"/>
                </a:solidFill>
                <a:latin typeface="New Sun Playful"/>
                <a:ea typeface="New Sun Playful"/>
                <a:cs typeface="New Sun Playful"/>
                <a:sym typeface="New Sun Playful"/>
              </a:rPr>
              <a:t>l</a:t>
            </a:r>
            <a:r>
              <a:rPr lang="en-US" sz="10450" spc="2058" strike="noStrike" u="none">
                <a:solidFill>
                  <a:srgbClr val="000000"/>
                </a:solidFill>
                <a:latin typeface="New Sun Playful"/>
                <a:ea typeface="New Sun Playful"/>
                <a:cs typeface="New Sun Playful"/>
                <a:sym typeface="New Sun Playful"/>
              </a:rPr>
              <a:t>u</a:t>
            </a:r>
            <a:r>
              <a:rPr lang="en-US" sz="10450" spc="2058" strike="noStrike" u="none">
                <a:solidFill>
                  <a:srgbClr val="000000"/>
                </a:solidFill>
                <a:latin typeface="New Sun Playful"/>
                <a:ea typeface="New Sun Playful"/>
                <a:cs typeface="New Sun Playful"/>
                <a:sym typeface="New Sun Playful"/>
              </a:rPr>
              <a:t>s</a:t>
            </a:r>
            <a:r>
              <a:rPr lang="en-US" sz="10450" spc="2058" strike="noStrike" u="none">
                <a:solidFill>
                  <a:srgbClr val="000000"/>
                </a:solidFill>
                <a:latin typeface="New Sun Playful"/>
                <a:ea typeface="New Sun Playful"/>
                <a:cs typeface="New Sun Playful"/>
                <a:sym typeface="New Sun Playful"/>
              </a:rPr>
              <a:t>ion</a:t>
            </a:r>
          </a:p>
        </p:txBody>
      </p:sp>
      <p:sp>
        <p:nvSpPr>
          <p:cNvPr name="TextBox 10" id="10"/>
          <p:cNvSpPr txBox="true"/>
          <p:nvPr/>
        </p:nvSpPr>
        <p:spPr>
          <a:xfrm rot="0">
            <a:off x="1174513" y="3553325"/>
            <a:ext cx="8789645" cy="3813175"/>
          </a:xfrm>
          <a:prstGeom prst="rect">
            <a:avLst/>
          </a:prstGeom>
        </p:spPr>
        <p:txBody>
          <a:bodyPr anchor="t" rtlCol="false" tIns="0" lIns="0" bIns="0" rIns="0">
            <a:spAutoFit/>
          </a:bodyPr>
          <a:lstStyle/>
          <a:p>
            <a:pPr algn="just" marL="0" indent="0" lvl="0">
              <a:lnSpc>
                <a:spcPts val="3049"/>
              </a:lnSpc>
            </a:pPr>
            <a:r>
              <a:rPr lang="en-US" sz="2499" spc="-74">
                <a:solidFill>
                  <a:srgbClr val="1E1E1E"/>
                </a:solidFill>
                <a:latin typeface="Aileron"/>
                <a:ea typeface="Aileron"/>
                <a:cs typeface="Aileron"/>
                <a:sym typeface="Aileron"/>
              </a:rPr>
              <a:t>Be</a:t>
            </a:r>
            <a:r>
              <a:rPr lang="en-US" sz="2499" spc="-74" strike="noStrike" u="none">
                <a:solidFill>
                  <a:srgbClr val="1E1E1E"/>
                </a:solidFill>
                <a:latin typeface="Aileron"/>
                <a:ea typeface="Aileron"/>
                <a:cs typeface="Aileron"/>
                <a:sym typeface="Aileron"/>
              </a:rPr>
              <a:t>rdasarkan hasil perancangan, implementasi, dan pengujian yang telah dilaku</a:t>
            </a:r>
            <a:r>
              <a:rPr lang="en-US" sz="2499" spc="-74" strike="noStrike" u="none">
                <a:solidFill>
                  <a:srgbClr val="1E1E1E"/>
                </a:solidFill>
                <a:latin typeface="Aileron"/>
                <a:ea typeface="Aileron"/>
                <a:cs typeface="Aileron"/>
                <a:sym typeface="Aileron"/>
              </a:rPr>
              <a:t>kan, C</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pherVa</a:t>
            </a:r>
            <a:r>
              <a:rPr lang="en-US" sz="2499" spc="-74" strike="noStrike" u="none">
                <a:solidFill>
                  <a:srgbClr val="1E1E1E"/>
                </a:solidFill>
                <a:latin typeface="Aileron"/>
                <a:ea typeface="Aileron"/>
                <a:cs typeface="Aileron"/>
                <a:sym typeface="Aileron"/>
              </a:rPr>
              <a:t>u</a:t>
            </a:r>
            <a:r>
              <a:rPr lang="en-US" sz="2499" spc="-74" strike="noStrike" u="none">
                <a:solidFill>
                  <a:srgbClr val="1E1E1E"/>
                </a:solidFill>
                <a:latin typeface="Aileron"/>
                <a:ea typeface="Aileron"/>
                <a:cs typeface="Aileron"/>
                <a:sym typeface="Aileron"/>
              </a:rPr>
              <a:t>lt b</a:t>
            </a:r>
            <a:r>
              <a:rPr lang="en-US" sz="2499" spc="-74" strike="noStrike" u="none">
                <a:solidFill>
                  <a:srgbClr val="1E1E1E"/>
                </a:solidFill>
                <a:latin typeface="Aileron"/>
                <a:ea typeface="Aileron"/>
                <a:cs typeface="Aileron"/>
                <a:sym typeface="Aileron"/>
              </a:rPr>
              <a:t>erhasil dikemban</a:t>
            </a:r>
            <a:r>
              <a:rPr lang="en-US" sz="2499" spc="-74" strike="noStrike" u="none">
                <a:solidFill>
                  <a:srgbClr val="1E1E1E"/>
                </a:solidFill>
                <a:latin typeface="Aileron"/>
                <a:ea typeface="Aileron"/>
                <a:cs typeface="Aileron"/>
                <a:sym typeface="Aileron"/>
              </a:rPr>
              <a:t>gka</a:t>
            </a:r>
            <a:r>
              <a:rPr lang="en-US" sz="2499" spc="-74" strike="noStrike" u="none">
                <a:solidFill>
                  <a:srgbClr val="1E1E1E"/>
                </a:solidFill>
                <a:latin typeface="Aileron"/>
                <a:ea typeface="Aileron"/>
                <a:cs typeface="Aileron"/>
                <a:sym typeface="Aileron"/>
              </a:rPr>
              <a:t>n sebagai </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is</a:t>
            </a:r>
            <a:r>
              <a:rPr lang="en-US" sz="2499" spc="-74" strike="noStrike" u="none">
                <a:solidFill>
                  <a:srgbClr val="1E1E1E"/>
                </a:solidFill>
                <a:latin typeface="Aileron"/>
                <a:ea typeface="Aileron"/>
                <a:cs typeface="Aileron"/>
                <a:sym typeface="Aileron"/>
              </a:rPr>
              <a:t>tem</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b</a:t>
            </a:r>
            <a:r>
              <a:rPr lang="en-US" sz="2499" spc="-74" strike="noStrike" u="none">
                <a:solidFill>
                  <a:srgbClr val="1E1E1E"/>
                </a:solidFill>
                <a:latin typeface="Aileron"/>
                <a:ea typeface="Aileron"/>
                <a:cs typeface="Aileron"/>
                <a:sym typeface="Aileron"/>
              </a:rPr>
              <a:t>r</a:t>
            </a:r>
            <a:r>
              <a:rPr lang="en-US" sz="2499" spc="-74" strike="noStrike" u="none">
                <a:solidFill>
                  <a:srgbClr val="1E1E1E"/>
                </a:solidFill>
                <a:latin typeface="Aileron"/>
                <a:ea typeface="Aileron"/>
                <a:cs typeface="Aileron"/>
                <a:sym typeface="Aileron"/>
              </a:rPr>
              <a:t>ank</a:t>
            </a:r>
            <a:r>
              <a:rPr lang="en-US" sz="2499" spc="-74" strike="noStrike" u="none">
                <a:solidFill>
                  <a:srgbClr val="1E1E1E"/>
                </a:solidFill>
                <a:latin typeface="Aileron"/>
                <a:ea typeface="Aileron"/>
                <a:cs typeface="Aileron"/>
                <a:sym typeface="Aileron"/>
              </a:rPr>
              <a:t>as </a:t>
            </a:r>
            <a:r>
              <a:rPr lang="en-US" sz="2499" spc="-74" strike="noStrike" u="none">
                <a:solidFill>
                  <a:srgbClr val="1E1E1E"/>
                </a:solidFill>
                <a:latin typeface="Aileron"/>
                <a:ea typeface="Aileron"/>
                <a:cs typeface="Aileron"/>
                <a:sym typeface="Aileron"/>
              </a:rPr>
              <a:t>digital b</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rbas</a:t>
            </a:r>
            <a:r>
              <a:rPr lang="en-US" sz="2499" spc="-74" strike="noStrike" u="none">
                <a:solidFill>
                  <a:srgbClr val="1E1E1E"/>
                </a:solidFill>
                <a:latin typeface="Aileron"/>
                <a:ea typeface="Aileron"/>
                <a:cs typeface="Aileron"/>
                <a:sym typeface="Aileron"/>
              </a:rPr>
              <a:t>is web </a:t>
            </a:r>
            <a:r>
              <a:rPr lang="en-US" sz="2499" spc="-74" strike="noStrike" u="none">
                <a:solidFill>
                  <a:srgbClr val="1E1E1E"/>
                </a:solidFill>
                <a:latin typeface="Aileron"/>
                <a:ea typeface="Aileron"/>
                <a:cs typeface="Aileron"/>
                <a:sym typeface="Aileron"/>
              </a:rPr>
              <a:t>y</a:t>
            </a:r>
            <a:r>
              <a:rPr lang="en-US" sz="2499" spc="-74" strike="noStrike" u="none">
                <a:solidFill>
                  <a:srgbClr val="1E1E1E"/>
                </a:solidFill>
                <a:latin typeface="Aileron"/>
                <a:ea typeface="Aileron"/>
                <a:cs typeface="Aileron"/>
                <a:sym typeface="Aileron"/>
              </a:rPr>
              <a:t>ang </a:t>
            </a:r>
            <a:r>
              <a:rPr lang="en-US" sz="2499" spc="-74" strike="noStrike" u="none">
                <a:solidFill>
                  <a:srgbClr val="1E1E1E"/>
                </a:solidFill>
                <a:latin typeface="Aileron"/>
                <a:ea typeface="Aileron"/>
                <a:cs typeface="Aileron"/>
                <a:sym typeface="Aileron"/>
              </a:rPr>
              <a:t>mamp</a:t>
            </a:r>
            <a:r>
              <a:rPr lang="en-US" sz="2499" spc="-74" strike="noStrike" u="none">
                <a:solidFill>
                  <a:srgbClr val="1E1E1E"/>
                </a:solidFill>
                <a:latin typeface="Aileron"/>
                <a:ea typeface="Aileron"/>
                <a:cs typeface="Aileron"/>
                <a:sym typeface="Aileron"/>
              </a:rPr>
              <a:t>u </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elindungi </a:t>
            </a:r>
            <a:r>
              <a:rPr lang="en-US" sz="2499" spc="-74" strike="noStrike" u="none">
                <a:solidFill>
                  <a:srgbClr val="1E1E1E"/>
                </a:solidFill>
                <a:latin typeface="Aileron"/>
                <a:ea typeface="Aileron"/>
                <a:cs typeface="Aileron"/>
                <a:sym typeface="Aileron"/>
              </a:rPr>
              <a:t>data </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en</a:t>
            </a:r>
            <a:r>
              <a:rPr lang="en-US" sz="2499" spc="-74" strike="noStrike" u="none">
                <a:solidFill>
                  <a:srgbClr val="1E1E1E"/>
                </a:solidFill>
                <a:latin typeface="Aileron"/>
                <a:ea typeface="Aileron"/>
                <a:cs typeface="Aileron"/>
                <a:sym typeface="Aileron"/>
              </a:rPr>
              <a:t>sitif p</a:t>
            </a:r>
            <a:r>
              <a:rPr lang="en-US" sz="2499" spc="-74" strike="noStrike" u="none">
                <a:solidFill>
                  <a:srgbClr val="1E1E1E"/>
                </a:solidFill>
                <a:latin typeface="Aileron"/>
                <a:ea typeface="Aileron"/>
                <a:cs typeface="Aileron"/>
                <a:sym typeface="Aileron"/>
              </a:rPr>
              <a:t>engg</a:t>
            </a:r>
            <a:r>
              <a:rPr lang="en-US" sz="2499" spc="-74" strike="noStrike" u="none">
                <a:solidFill>
                  <a:srgbClr val="1E1E1E"/>
                </a:solidFill>
                <a:latin typeface="Aileron"/>
                <a:ea typeface="Aileron"/>
                <a:cs typeface="Aileron"/>
                <a:sym typeface="Aileron"/>
              </a:rPr>
              <a:t>u</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a m</a:t>
            </a:r>
            <a:r>
              <a:rPr lang="en-US" sz="2499" spc="-74" strike="noStrike" u="none">
                <a:solidFill>
                  <a:srgbClr val="1E1E1E"/>
                </a:solidFill>
                <a:latin typeface="Aileron"/>
                <a:ea typeface="Aileron"/>
                <a:cs typeface="Aileron"/>
                <a:sym typeface="Aileron"/>
              </a:rPr>
              <a:t>el</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lu</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ekani</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me</a:t>
            </a:r>
            <a:r>
              <a:rPr lang="en-US" sz="2499" spc="-74" strike="noStrike" u="none">
                <a:solidFill>
                  <a:srgbClr val="1E1E1E"/>
                </a:solidFill>
                <a:latin typeface="Aileron"/>
                <a:ea typeface="Aileron"/>
                <a:cs typeface="Aileron"/>
                <a:sym typeface="Aileron"/>
              </a:rPr>
              <a:t> e</a:t>
            </a:r>
            <a:r>
              <a:rPr lang="en-US" sz="2499" spc="-74" strike="noStrike" u="none">
                <a:solidFill>
                  <a:srgbClr val="1E1E1E"/>
                </a:solidFill>
                <a:latin typeface="Aileron"/>
                <a:ea typeface="Aileron"/>
                <a:cs typeface="Aileron"/>
                <a:sym typeface="Aileron"/>
              </a:rPr>
              <a:t>nkripsi</a:t>
            </a:r>
            <a:r>
              <a:rPr lang="en-US" sz="2499" spc="-74" strike="noStrike" u="none">
                <a:solidFill>
                  <a:srgbClr val="1E1E1E"/>
                </a:solidFill>
                <a:latin typeface="Aileron"/>
                <a:ea typeface="Aileron"/>
                <a:cs typeface="Aileron"/>
                <a:sym typeface="Aileron"/>
              </a:rPr>
              <a:t> sebelu</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 data disimpan. </a:t>
            </a:r>
            <a:r>
              <a:rPr lang="en-US" sz="2499" spc="-74" strike="noStrike" u="none">
                <a:solidFill>
                  <a:srgbClr val="1E1E1E"/>
                </a:solidFill>
                <a:latin typeface="Aileron"/>
                <a:ea typeface="Aileron"/>
                <a:cs typeface="Aileron"/>
                <a:sym typeface="Aileron"/>
              </a:rPr>
              <a:t>Hasil penguj</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an</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a:t>
            </a:r>
            <a:r>
              <a:rPr lang="en-US" sz="2499" spc="-74" strike="noStrike" u="none">
                <a:solidFill>
                  <a:srgbClr val="1E1E1E"/>
                </a:solidFill>
                <a:latin typeface="Aileron"/>
                <a:ea typeface="Aileron"/>
                <a:cs typeface="Aileron"/>
                <a:sym typeface="Aileron"/>
              </a:rPr>
              <a:t>enunjukkan bahwa sist</a:t>
            </a:r>
            <a:r>
              <a:rPr lang="en-US" sz="2499" spc="-74" strike="noStrike" u="none">
                <a:solidFill>
                  <a:srgbClr val="1E1E1E"/>
                </a:solidFill>
                <a:latin typeface="Aileron"/>
                <a:ea typeface="Aileron"/>
                <a:cs typeface="Aileron"/>
                <a:sym typeface="Aileron"/>
              </a:rPr>
              <a:t>em</a:t>
            </a:r>
            <a:r>
              <a:rPr lang="en-US" sz="2499" spc="-74" strike="noStrike" u="none">
                <a:solidFill>
                  <a:srgbClr val="1E1E1E"/>
                </a:solidFill>
                <a:latin typeface="Aileron"/>
                <a:ea typeface="Aileron"/>
                <a:cs typeface="Aileron"/>
                <a:sym typeface="Aileron"/>
              </a:rPr>
              <a:t> mampu menjaga ke</a:t>
            </a:r>
            <a:r>
              <a:rPr lang="en-US" sz="2499" spc="-74" strike="noStrike" u="none">
                <a:solidFill>
                  <a:srgbClr val="1E1E1E"/>
                </a:solidFill>
                <a:latin typeface="Aileron"/>
                <a:ea typeface="Aileron"/>
                <a:cs typeface="Aileron"/>
                <a:sym typeface="Aileron"/>
              </a:rPr>
              <a:t>raha</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an </a:t>
            </a:r>
            <a:r>
              <a:rPr lang="en-US" sz="2499" spc="-74" strike="noStrike" u="none">
                <a:solidFill>
                  <a:srgbClr val="1E1E1E"/>
                </a:solidFill>
                <a:latin typeface="Aileron"/>
                <a:ea typeface="Aileron"/>
                <a:cs typeface="Aileron"/>
                <a:sym typeface="Aileron"/>
              </a:rPr>
              <a:t>dan integr</a:t>
            </a:r>
            <a:r>
              <a:rPr lang="en-US" sz="2499" spc="-74" strike="noStrike" u="none">
                <a:solidFill>
                  <a:srgbClr val="1E1E1E"/>
                </a:solidFill>
                <a:latin typeface="Aileron"/>
                <a:ea typeface="Aileron"/>
                <a:cs typeface="Aileron"/>
                <a:sym typeface="Aileron"/>
              </a:rPr>
              <a:t>ita</a:t>
            </a:r>
            <a:r>
              <a:rPr lang="en-US" sz="2499" spc="-74" strike="noStrike" u="none">
                <a:solidFill>
                  <a:srgbClr val="1E1E1E"/>
                </a:solidFill>
                <a:latin typeface="Aileron"/>
                <a:ea typeface="Aileron"/>
                <a:cs typeface="Aileron"/>
                <a:sym typeface="Aileron"/>
              </a:rPr>
              <a:t>s </a:t>
            </a:r>
            <a:r>
              <a:rPr lang="en-US" sz="2499" spc="-74" strike="noStrike" u="none">
                <a:solidFill>
                  <a:srgbClr val="1E1E1E"/>
                </a:solidFill>
                <a:latin typeface="Aileron"/>
                <a:ea typeface="Aileron"/>
                <a:cs typeface="Aileron"/>
                <a:sym typeface="Aileron"/>
              </a:rPr>
              <a:t>data, mencega</a:t>
            </a:r>
            <a:r>
              <a:rPr lang="en-US" sz="2499" spc="-74" strike="noStrike" u="none">
                <a:solidFill>
                  <a:srgbClr val="1E1E1E"/>
                </a:solidFill>
                <a:latin typeface="Aileron"/>
                <a:ea typeface="Aileron"/>
                <a:cs typeface="Aileron"/>
                <a:sym typeface="Aileron"/>
              </a:rPr>
              <a:t>h</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akses </a:t>
            </a:r>
            <a:r>
              <a:rPr lang="en-US" sz="2499" spc="-74" strike="noStrike" u="none">
                <a:solidFill>
                  <a:srgbClr val="1E1E1E"/>
                </a:solidFill>
                <a:latin typeface="Aileron"/>
                <a:ea typeface="Aileron"/>
                <a:cs typeface="Aileron"/>
                <a:sym typeface="Aileron"/>
              </a:rPr>
              <a:t>tid</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k</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h,</a:t>
            </a:r>
            <a:r>
              <a:rPr lang="en-US" sz="2499" spc="-74" strike="noStrike" u="none">
                <a:solidFill>
                  <a:srgbClr val="1E1E1E"/>
                </a:solidFill>
                <a:latin typeface="Aileron"/>
                <a:ea typeface="Aileron"/>
                <a:cs typeface="Aileron"/>
                <a:sym typeface="Aileron"/>
              </a:rPr>
              <a:t> s</a:t>
            </a:r>
            <a:r>
              <a:rPr lang="en-US" sz="2499" spc="-74" strike="noStrike" u="none">
                <a:solidFill>
                  <a:srgbClr val="1E1E1E"/>
                </a:solidFill>
                <a:latin typeface="Aileron"/>
                <a:ea typeface="Aileron"/>
                <a:cs typeface="Aileron"/>
                <a:sym typeface="Aileron"/>
              </a:rPr>
              <a:t>er</a:t>
            </a:r>
            <a:r>
              <a:rPr lang="en-US" sz="2499" spc="-74" strike="noStrike" u="none">
                <a:solidFill>
                  <a:srgbClr val="1E1E1E"/>
                </a:solidFill>
                <a:latin typeface="Aileron"/>
                <a:ea typeface="Aileron"/>
                <a:cs typeface="Aileron"/>
                <a:sym typeface="Aileron"/>
              </a:rPr>
              <a:t>ta</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me</a:t>
            </a:r>
            <a:r>
              <a:rPr lang="en-US" sz="2499" spc="-74" strike="noStrike" u="none">
                <a:solidFill>
                  <a:srgbClr val="1E1E1E"/>
                </a:solidFill>
                <a:latin typeface="Aileron"/>
                <a:ea typeface="Aileron"/>
                <a:cs typeface="Aileron"/>
                <a:sym typeface="Aileron"/>
              </a:rPr>
              <a:t>mberikan</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pe</a:t>
            </a:r>
            <a:r>
              <a:rPr lang="en-US" sz="2499" spc="-74" strike="noStrike" u="none">
                <a:solidFill>
                  <a:srgbClr val="1E1E1E"/>
                </a:solidFill>
                <a:latin typeface="Aileron"/>
                <a:ea typeface="Aileron"/>
                <a:cs typeface="Aileron"/>
                <a:sym typeface="Aileron"/>
              </a:rPr>
              <a:t>r</a:t>
            </a:r>
            <a:r>
              <a:rPr lang="en-US" sz="2499" spc="-74" strike="noStrike" u="none">
                <a:solidFill>
                  <a:srgbClr val="1E1E1E"/>
                </a:solidFill>
                <a:latin typeface="Aileron"/>
                <a:ea typeface="Aileron"/>
                <a:cs typeface="Aileron"/>
                <a:sym typeface="Aileron"/>
              </a:rPr>
              <a:t>li</a:t>
            </a:r>
            <a:r>
              <a:rPr lang="en-US" sz="2499" spc="-74" strike="noStrike" u="none">
                <a:solidFill>
                  <a:srgbClr val="1E1E1E"/>
                </a:solidFill>
                <a:latin typeface="Aileron"/>
                <a:ea typeface="Aileron"/>
                <a:cs typeface="Aileron"/>
                <a:sym typeface="Aileron"/>
              </a:rPr>
              <a:t>n</a:t>
            </a:r>
            <a:r>
              <a:rPr lang="en-US" sz="2499" spc="-74" strike="noStrike" u="none">
                <a:solidFill>
                  <a:srgbClr val="1E1E1E"/>
                </a:solidFill>
                <a:latin typeface="Aileron"/>
                <a:ea typeface="Aileron"/>
                <a:cs typeface="Aileron"/>
                <a:sym typeface="Aileron"/>
              </a:rPr>
              <a:t>dung</a:t>
            </a:r>
            <a:r>
              <a:rPr lang="en-US" sz="2499" spc="-74" strike="noStrike" u="none">
                <a:solidFill>
                  <a:srgbClr val="1E1E1E"/>
                </a:solidFill>
                <a:latin typeface="Aileron"/>
                <a:ea typeface="Aileron"/>
                <a:cs typeface="Aileron"/>
                <a:sym typeface="Aileron"/>
              </a:rPr>
              <a:t>an terhadap berbagai ancaman keamanan s</a:t>
            </a:r>
            <a:r>
              <a:rPr lang="en-US" sz="2499" spc="-74" strike="noStrike" u="none">
                <a:solidFill>
                  <a:srgbClr val="1E1E1E"/>
                </a:solidFill>
                <a:latin typeface="Aileron"/>
                <a:ea typeface="Aileron"/>
                <a:cs typeface="Aileron"/>
                <a:sym typeface="Aileron"/>
              </a:rPr>
              <a:t>epert</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 SQL Inje</a:t>
            </a:r>
            <a:r>
              <a:rPr lang="en-US" sz="2499" spc="-74" strike="noStrike" u="none">
                <a:solidFill>
                  <a:srgbClr val="1E1E1E"/>
                </a:solidFill>
                <a:latin typeface="Aileron"/>
                <a:ea typeface="Aileron"/>
                <a:cs typeface="Aileron"/>
                <a:sym typeface="Aileron"/>
              </a:rPr>
              <a:t>ct</a:t>
            </a:r>
            <a:r>
              <a:rPr lang="en-US" sz="2499" spc="-74" strike="noStrike" u="none">
                <a:solidFill>
                  <a:srgbClr val="1E1E1E"/>
                </a:solidFill>
                <a:latin typeface="Aileron"/>
                <a:ea typeface="Aileron"/>
                <a:cs typeface="Aileron"/>
                <a:sym typeface="Aileron"/>
              </a:rPr>
              <a:t>ion </a:t>
            </a:r>
            <a:r>
              <a:rPr lang="en-US" sz="2499" spc="-74" strike="noStrike" u="none">
                <a:solidFill>
                  <a:srgbClr val="1E1E1E"/>
                </a:solidFill>
                <a:latin typeface="Aileron"/>
                <a:ea typeface="Aileron"/>
                <a:cs typeface="Aileron"/>
                <a:sym typeface="Aileron"/>
              </a:rPr>
              <a:t>d</a:t>
            </a:r>
            <a:r>
              <a:rPr lang="en-US" sz="2499" spc="-74" strike="noStrike" u="none">
                <a:solidFill>
                  <a:srgbClr val="1E1E1E"/>
                </a:solidFill>
                <a:latin typeface="Aileron"/>
                <a:ea typeface="Aileron"/>
                <a:cs typeface="Aileron"/>
                <a:sym typeface="Aileron"/>
              </a:rPr>
              <a:t>a</a:t>
            </a:r>
            <a:r>
              <a:rPr lang="en-US" sz="2499" spc="-74" strike="noStrike" u="none">
                <a:solidFill>
                  <a:srgbClr val="1E1E1E"/>
                </a:solidFill>
                <a:latin typeface="Aileron"/>
                <a:ea typeface="Aileron"/>
                <a:cs typeface="Aileron"/>
                <a:sym typeface="Aileron"/>
              </a:rPr>
              <a:t>n </a:t>
            </a:r>
            <a:r>
              <a:rPr lang="en-US" sz="2499" spc="-74" strike="noStrike" u="none">
                <a:solidFill>
                  <a:srgbClr val="1E1E1E"/>
                </a:solidFill>
                <a:latin typeface="Aileron"/>
                <a:ea typeface="Aileron"/>
                <a:cs typeface="Aileron"/>
                <a:sym typeface="Aileron"/>
              </a:rPr>
              <a:t>keboco</a:t>
            </a:r>
            <a:r>
              <a:rPr lang="en-US" sz="2499" spc="-74" strike="noStrike" u="none">
                <a:solidFill>
                  <a:srgbClr val="1E1E1E"/>
                </a:solidFill>
                <a:latin typeface="Aileron"/>
                <a:ea typeface="Aileron"/>
                <a:cs typeface="Aileron"/>
                <a:sym typeface="Aileron"/>
              </a:rPr>
              <a:t>ra</a:t>
            </a:r>
            <a:r>
              <a:rPr lang="en-US" sz="2499" spc="-74" strike="noStrike" u="none">
                <a:solidFill>
                  <a:srgbClr val="1E1E1E"/>
                </a:solidFill>
                <a:latin typeface="Aileron"/>
                <a:ea typeface="Aileron"/>
                <a:cs typeface="Aileron"/>
                <a:sym typeface="Aileron"/>
              </a:rPr>
              <a:t>n databa</a:t>
            </a:r>
            <a:r>
              <a:rPr lang="en-US" sz="2499" spc="-74" strike="noStrike" u="none">
                <a:solidFill>
                  <a:srgbClr val="1E1E1E"/>
                </a:solidFill>
                <a:latin typeface="Aileron"/>
                <a:ea typeface="Aileron"/>
                <a:cs typeface="Aileron"/>
                <a:sym typeface="Aileron"/>
              </a:rPr>
              <a:t>s</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sehingga da</a:t>
            </a:r>
            <a:r>
              <a:rPr lang="en-US" sz="2499" spc="-74" strike="noStrike" u="none">
                <a:solidFill>
                  <a:srgbClr val="1E1E1E"/>
                </a:solidFill>
                <a:latin typeface="Aileron"/>
                <a:ea typeface="Aileron"/>
                <a:cs typeface="Aileron"/>
                <a:sym typeface="Aileron"/>
              </a:rPr>
              <a:t>pat menjadi</a:t>
            </a:r>
            <a:r>
              <a:rPr lang="en-US" sz="2499" spc="-74" strike="noStrike" u="none">
                <a:solidFill>
                  <a:srgbClr val="1E1E1E"/>
                </a:solidFill>
                <a:latin typeface="Aileron"/>
                <a:ea typeface="Aileron"/>
                <a:cs typeface="Aileron"/>
                <a:sym typeface="Aileron"/>
              </a:rPr>
              <a:t> sol</a:t>
            </a:r>
            <a:r>
              <a:rPr lang="en-US" sz="2499" spc="-74" strike="noStrike" u="none">
                <a:solidFill>
                  <a:srgbClr val="1E1E1E"/>
                </a:solidFill>
                <a:latin typeface="Aileron"/>
                <a:ea typeface="Aileron"/>
                <a:cs typeface="Aileron"/>
                <a:sym typeface="Aileron"/>
              </a:rPr>
              <a:t>u</a:t>
            </a:r>
            <a:r>
              <a:rPr lang="en-US" sz="2499" spc="-74" strike="noStrike" u="none">
                <a:solidFill>
                  <a:srgbClr val="1E1E1E"/>
                </a:solidFill>
                <a:latin typeface="Aileron"/>
                <a:ea typeface="Aileron"/>
                <a:cs typeface="Aileron"/>
                <a:sym typeface="Aileron"/>
              </a:rPr>
              <a:t>si</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p</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nyi</a:t>
            </a:r>
            <a:r>
              <a:rPr lang="en-US" sz="2499" spc="-74" strike="noStrike" u="none">
                <a:solidFill>
                  <a:srgbClr val="1E1E1E"/>
                </a:solidFill>
                <a:latin typeface="Aileron"/>
                <a:ea typeface="Aileron"/>
                <a:cs typeface="Aileron"/>
                <a:sym typeface="Aileron"/>
              </a:rPr>
              <a:t>mp</a:t>
            </a:r>
            <a:r>
              <a:rPr lang="en-US" sz="2499" spc="-74" strike="noStrike" u="none">
                <a:solidFill>
                  <a:srgbClr val="1E1E1E"/>
                </a:solidFill>
                <a:latin typeface="Aileron"/>
                <a:ea typeface="Aileron"/>
                <a:cs typeface="Aileron"/>
                <a:sym typeface="Aileron"/>
              </a:rPr>
              <a:t>anan data yang</a:t>
            </a:r>
            <a:r>
              <a:rPr lang="en-US" sz="2499" spc="-74" strike="noStrike" u="none">
                <a:solidFill>
                  <a:srgbClr val="1E1E1E"/>
                </a:solidFill>
                <a:latin typeface="Aileron"/>
                <a:ea typeface="Aileron"/>
                <a:cs typeface="Aileron"/>
                <a:sym typeface="Aileron"/>
              </a:rPr>
              <a:t> l</a:t>
            </a:r>
            <a:r>
              <a:rPr lang="en-US" sz="2499" spc="-74" strike="noStrike" u="none">
                <a:solidFill>
                  <a:srgbClr val="1E1E1E"/>
                </a:solidFill>
                <a:latin typeface="Aileron"/>
                <a:ea typeface="Aileron"/>
                <a:cs typeface="Aileron"/>
                <a:sym typeface="Aileron"/>
              </a:rPr>
              <a:t>eb</a:t>
            </a:r>
            <a:r>
              <a:rPr lang="en-US" sz="2499" spc="-74" strike="noStrike" u="none">
                <a:solidFill>
                  <a:srgbClr val="1E1E1E"/>
                </a:solidFill>
                <a:latin typeface="Aileron"/>
                <a:ea typeface="Aileron"/>
                <a:cs typeface="Aileron"/>
                <a:sym typeface="Aileron"/>
              </a:rPr>
              <a:t>i</a:t>
            </a:r>
            <a:r>
              <a:rPr lang="en-US" sz="2499" spc="-74" strike="noStrike" u="none">
                <a:solidFill>
                  <a:srgbClr val="1E1E1E"/>
                </a:solidFill>
                <a:latin typeface="Aileron"/>
                <a:ea typeface="Aileron"/>
                <a:cs typeface="Aileron"/>
                <a:sym typeface="Aileron"/>
              </a:rPr>
              <a:t>h</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am</a:t>
            </a:r>
            <a:r>
              <a:rPr lang="en-US" sz="2499" spc="-74" strike="noStrike" u="none">
                <a:solidFill>
                  <a:srgbClr val="1E1E1E"/>
                </a:solidFill>
                <a:latin typeface="Aileron"/>
                <a:ea typeface="Aileron"/>
                <a:cs typeface="Aileron"/>
                <a:sym typeface="Aileron"/>
              </a:rPr>
              <a:t>an</a:t>
            </a:r>
            <a:r>
              <a:rPr lang="en-US" sz="2499" spc="-74" strike="noStrike" u="none">
                <a:solidFill>
                  <a:srgbClr val="1E1E1E"/>
                </a:solidFill>
                <a:latin typeface="Aileron"/>
                <a:ea typeface="Aileron"/>
                <a:cs typeface="Aileron"/>
                <a:sym typeface="Aileron"/>
              </a:rPr>
              <a:t> </a:t>
            </a:r>
            <a:r>
              <a:rPr lang="en-US" sz="2499" spc="-74" strike="noStrike" u="none">
                <a:solidFill>
                  <a:srgbClr val="1E1E1E"/>
                </a:solidFill>
                <a:latin typeface="Aileron"/>
                <a:ea typeface="Aileron"/>
                <a:cs typeface="Aileron"/>
                <a:sym typeface="Aileron"/>
              </a:rPr>
              <a:t>d</a:t>
            </a:r>
            <a:r>
              <a:rPr lang="en-US" sz="2499" spc="-74" strike="noStrike" u="none">
                <a:solidFill>
                  <a:srgbClr val="1E1E1E"/>
                </a:solidFill>
                <a:latin typeface="Aileron"/>
                <a:ea typeface="Aileron"/>
                <a:cs typeface="Aileron"/>
                <a:sym typeface="Aileron"/>
              </a:rPr>
              <a:t>an</a:t>
            </a:r>
            <a:r>
              <a:rPr lang="en-US" sz="2499" spc="-74" strike="noStrike" u="none">
                <a:solidFill>
                  <a:srgbClr val="1E1E1E"/>
                </a:solidFill>
                <a:latin typeface="Aileron"/>
                <a:ea typeface="Aileron"/>
                <a:cs typeface="Aileron"/>
                <a:sym typeface="Aileron"/>
              </a:rPr>
              <a:t> te</a:t>
            </a:r>
            <a:r>
              <a:rPr lang="en-US" sz="2499" spc="-74" strike="noStrike" u="none">
                <a:solidFill>
                  <a:srgbClr val="1E1E1E"/>
                </a:solidFill>
                <a:latin typeface="Aileron"/>
                <a:ea typeface="Aileron"/>
                <a:cs typeface="Aileron"/>
                <a:sym typeface="Aileron"/>
              </a:rPr>
              <a:t>rp</a:t>
            </a:r>
            <a:r>
              <a:rPr lang="en-US" sz="2499" spc="-74" strike="noStrike" u="none">
                <a:solidFill>
                  <a:srgbClr val="1E1E1E"/>
                </a:solidFill>
                <a:latin typeface="Aileron"/>
                <a:ea typeface="Aileron"/>
                <a:cs typeface="Aileron"/>
                <a:sym typeface="Aileron"/>
              </a:rPr>
              <a:t>e</a:t>
            </a:r>
            <a:r>
              <a:rPr lang="en-US" sz="2499" spc="-74" strike="noStrike" u="none">
                <a:solidFill>
                  <a:srgbClr val="1E1E1E"/>
                </a:solidFill>
                <a:latin typeface="Aileron"/>
                <a:ea typeface="Aileron"/>
                <a:cs typeface="Aileron"/>
                <a:sym typeface="Aileron"/>
              </a:rPr>
              <a:t>rc</a:t>
            </a:r>
            <a:r>
              <a:rPr lang="en-US" sz="2499" spc="-74" strike="noStrike" u="none">
                <a:solidFill>
                  <a:srgbClr val="1E1E1E"/>
                </a:solidFill>
                <a:latin typeface="Aileron"/>
                <a:ea typeface="Aileron"/>
                <a:cs typeface="Aileron"/>
                <a:sym typeface="Aileron"/>
              </a:rPr>
              <a:t>aya.</a:t>
            </a:r>
          </a:p>
        </p:txBody>
      </p:sp>
      <p:sp>
        <p:nvSpPr>
          <p:cNvPr name="TextBox 11" id="11"/>
          <p:cNvSpPr txBox="true"/>
          <p:nvPr/>
        </p:nvSpPr>
        <p:spPr>
          <a:xfrm rot="-416147">
            <a:off x="7390224" y="8601238"/>
            <a:ext cx="3542605" cy="491112"/>
          </a:xfrm>
          <a:prstGeom prst="rect">
            <a:avLst/>
          </a:prstGeom>
        </p:spPr>
        <p:txBody>
          <a:bodyPr anchor="t" rtlCol="false" tIns="0" lIns="0" bIns="0" rIns="0">
            <a:spAutoFit/>
          </a:bodyPr>
          <a:lstStyle/>
          <a:p>
            <a:pPr algn="ctr" marL="0" indent="0" lvl="0">
              <a:lnSpc>
                <a:spcPts val="3762"/>
              </a:lnSpc>
            </a:pPr>
            <a:r>
              <a:rPr lang="en-US" sz="3420" spc="673">
                <a:solidFill>
                  <a:srgbClr val="000000"/>
                </a:solidFill>
                <a:latin typeface="New Sun Playful"/>
                <a:ea typeface="New Sun Playful"/>
                <a:cs typeface="New Sun Playful"/>
                <a:sym typeface="New Sun Playful"/>
              </a:rPr>
              <a:t>THANKS GOD...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224238">
            <a:off x="400038" y="3041778"/>
            <a:ext cx="8537501" cy="4555039"/>
          </a:xfrm>
          <a:prstGeom prst="rect">
            <a:avLst/>
          </a:prstGeom>
        </p:spPr>
        <p:txBody>
          <a:bodyPr anchor="t" rtlCol="false" tIns="0" lIns="0" bIns="0" rIns="0">
            <a:spAutoFit/>
          </a:bodyPr>
          <a:lstStyle/>
          <a:p>
            <a:pPr algn="ctr" marL="0" indent="0" lvl="0">
              <a:lnSpc>
                <a:spcPts val="17466"/>
              </a:lnSpc>
            </a:pPr>
            <a:r>
              <a:rPr lang="en-US" sz="18006" spc="2106" strike="noStrike" u="none">
                <a:solidFill>
                  <a:srgbClr val="000000"/>
                </a:solidFill>
                <a:latin typeface="New Sun Playful"/>
                <a:ea typeface="New Sun Playful"/>
                <a:cs typeface="New Sun Playful"/>
                <a:sym typeface="New Sun Playful"/>
              </a:rPr>
              <a:t>thank</a:t>
            </a:r>
          </a:p>
          <a:p>
            <a:pPr algn="ctr" marL="0" indent="0" lvl="0">
              <a:lnSpc>
                <a:spcPts val="17466"/>
              </a:lnSpc>
            </a:pPr>
            <a:r>
              <a:rPr lang="en-US" sz="18006" spc="2106" strike="noStrike" u="none">
                <a:solidFill>
                  <a:srgbClr val="000000"/>
                </a:solidFill>
                <a:latin typeface="New Sun Playful"/>
                <a:ea typeface="New Sun Playful"/>
                <a:cs typeface="New Sun Playful"/>
                <a:sym typeface="New Sun Playful"/>
              </a:rPr>
              <a:t>you!</a:t>
            </a:r>
          </a:p>
        </p:txBody>
      </p:sp>
      <p:sp>
        <p:nvSpPr>
          <p:cNvPr name="Freeform 3" id="3"/>
          <p:cNvSpPr/>
          <p:nvPr/>
        </p:nvSpPr>
        <p:spPr>
          <a:xfrm flipH="true" flipV="true" rot="0">
            <a:off x="14301112" y="7568574"/>
            <a:ext cx="2307955" cy="1703691"/>
          </a:xfrm>
          <a:custGeom>
            <a:avLst/>
            <a:gdLst/>
            <a:ahLst/>
            <a:cxnLst/>
            <a:rect r="r" b="b" t="t" l="l"/>
            <a:pathLst>
              <a:path h="1703691" w="2307955">
                <a:moveTo>
                  <a:pt x="2307955" y="1703691"/>
                </a:moveTo>
                <a:lnTo>
                  <a:pt x="0" y="1703691"/>
                </a:lnTo>
                <a:lnTo>
                  <a:pt x="0" y="0"/>
                </a:lnTo>
                <a:lnTo>
                  <a:pt x="2307955" y="0"/>
                </a:lnTo>
                <a:lnTo>
                  <a:pt x="2307955" y="17036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8366782" y="2798169"/>
            <a:ext cx="8347060" cy="6096832"/>
          </a:xfrm>
          <a:custGeom>
            <a:avLst/>
            <a:gdLst/>
            <a:ahLst/>
            <a:cxnLst/>
            <a:rect r="r" b="b" t="t" l="l"/>
            <a:pathLst>
              <a:path h="6096832" w="8347060">
                <a:moveTo>
                  <a:pt x="8347060" y="0"/>
                </a:moveTo>
                <a:lnTo>
                  <a:pt x="0" y="0"/>
                </a:lnTo>
                <a:lnTo>
                  <a:pt x="0" y="6096832"/>
                </a:lnTo>
                <a:lnTo>
                  <a:pt x="8347060" y="6096832"/>
                </a:lnTo>
                <a:lnTo>
                  <a:pt x="834706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5072740" y="8079314"/>
            <a:ext cx="764699" cy="764699"/>
          </a:xfrm>
          <a:custGeom>
            <a:avLst/>
            <a:gdLst/>
            <a:ahLst/>
            <a:cxnLst/>
            <a:rect r="r" b="b" t="t" l="l"/>
            <a:pathLst>
              <a:path h="764699" w="764699">
                <a:moveTo>
                  <a:pt x="0" y="0"/>
                </a:moveTo>
                <a:lnTo>
                  <a:pt x="764699" y="0"/>
                </a:lnTo>
                <a:lnTo>
                  <a:pt x="764699" y="764698"/>
                </a:lnTo>
                <a:lnTo>
                  <a:pt x="0" y="764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103441" y="1028700"/>
            <a:ext cx="2651796" cy="1957508"/>
          </a:xfrm>
          <a:custGeom>
            <a:avLst/>
            <a:gdLst/>
            <a:ahLst/>
            <a:cxnLst/>
            <a:rect r="r" b="b" t="t" l="l"/>
            <a:pathLst>
              <a:path h="1957508" w="2651796">
                <a:moveTo>
                  <a:pt x="0" y="0"/>
                </a:moveTo>
                <a:lnTo>
                  <a:pt x="2651797" y="0"/>
                </a:lnTo>
                <a:lnTo>
                  <a:pt x="2651797" y="1957508"/>
                </a:lnTo>
                <a:lnTo>
                  <a:pt x="0" y="1957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911073" y="1403186"/>
            <a:ext cx="1036533" cy="1111563"/>
          </a:xfrm>
          <a:custGeom>
            <a:avLst/>
            <a:gdLst/>
            <a:ahLst/>
            <a:cxnLst/>
            <a:rect r="r" b="b" t="t" l="l"/>
            <a:pathLst>
              <a:path h="1111563" w="1036533">
                <a:moveTo>
                  <a:pt x="0" y="0"/>
                </a:moveTo>
                <a:lnTo>
                  <a:pt x="1036533" y="0"/>
                </a:lnTo>
                <a:lnTo>
                  <a:pt x="1036533" y="1111563"/>
                </a:lnTo>
                <a:lnTo>
                  <a:pt x="0" y="11115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280270">
            <a:off x="2983464" y="1563151"/>
            <a:ext cx="3251942" cy="673782"/>
          </a:xfrm>
          <a:prstGeom prst="rect">
            <a:avLst/>
          </a:prstGeom>
        </p:spPr>
        <p:txBody>
          <a:bodyPr anchor="t" rtlCol="false" tIns="0" lIns="0" bIns="0" rIns="0">
            <a:spAutoFit/>
          </a:bodyPr>
          <a:lstStyle/>
          <a:p>
            <a:pPr algn="ctr" marL="0" indent="0" lvl="0">
              <a:lnSpc>
                <a:spcPts val="5258"/>
              </a:lnSpc>
            </a:pPr>
            <a:r>
              <a:rPr lang="en-US" sz="4240" spc="835">
                <a:solidFill>
                  <a:srgbClr val="000000"/>
                </a:solidFill>
                <a:latin typeface="New Sun Playful"/>
                <a:ea typeface="New Sun Playful"/>
                <a:cs typeface="New Sun Playful"/>
                <a:sym typeface="New Sun Playful"/>
              </a:rPr>
              <a:t>WELL DONE</a:t>
            </a:r>
          </a:p>
        </p:txBody>
      </p:sp>
      <p:sp>
        <p:nvSpPr>
          <p:cNvPr name="TextBox 9" id="9"/>
          <p:cNvSpPr txBox="true"/>
          <p:nvPr/>
        </p:nvSpPr>
        <p:spPr>
          <a:xfrm rot="478488">
            <a:off x="1932857" y="8069379"/>
            <a:ext cx="4759658" cy="673782"/>
          </a:xfrm>
          <a:prstGeom prst="rect">
            <a:avLst/>
          </a:prstGeom>
        </p:spPr>
        <p:txBody>
          <a:bodyPr anchor="t" rtlCol="false" tIns="0" lIns="0" bIns="0" rIns="0">
            <a:spAutoFit/>
          </a:bodyPr>
          <a:lstStyle/>
          <a:p>
            <a:pPr algn="ctr" marL="0" indent="0" lvl="0">
              <a:lnSpc>
                <a:spcPts val="5258"/>
              </a:lnSpc>
            </a:pPr>
            <a:r>
              <a:rPr lang="en-US" sz="4240" spc="835">
                <a:solidFill>
                  <a:srgbClr val="000000"/>
                </a:solidFill>
                <a:latin typeface="New Sun Playful"/>
                <a:ea typeface="New Sun Playful"/>
                <a:cs typeface="New Sun Playful"/>
                <a:sym typeface="New Sun Playful"/>
              </a:rPr>
              <a:t>ANY QUESTION?</a:t>
            </a:r>
          </a:p>
        </p:txBody>
      </p:sp>
      <p:sp>
        <p:nvSpPr>
          <p:cNvPr name="TextBox 10" id="10"/>
          <p:cNvSpPr txBox="true"/>
          <p:nvPr/>
        </p:nvSpPr>
        <p:spPr>
          <a:xfrm rot="390897">
            <a:off x="13382661" y="1718561"/>
            <a:ext cx="2553229" cy="1143446"/>
          </a:xfrm>
          <a:prstGeom prst="rect">
            <a:avLst/>
          </a:prstGeom>
        </p:spPr>
        <p:txBody>
          <a:bodyPr anchor="t" rtlCol="false" tIns="0" lIns="0" bIns="0" rIns="0">
            <a:spAutoFit/>
          </a:bodyPr>
          <a:lstStyle/>
          <a:p>
            <a:pPr algn="ctr" marL="0" indent="0" lvl="0">
              <a:lnSpc>
                <a:spcPts val="4410"/>
              </a:lnSpc>
            </a:pPr>
            <a:r>
              <a:rPr lang="en-US" sz="4240" spc="835">
                <a:solidFill>
                  <a:srgbClr val="000000"/>
                </a:solidFill>
                <a:latin typeface="New Sun Playful"/>
                <a:ea typeface="New Sun Playful"/>
                <a:cs typeface="New Sun Playful"/>
                <a:sym typeface="New Sun Playful"/>
              </a:rPr>
              <a:t>JUST SAY 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DAHMv5hJtIQ</dc:identifier>
  <dcterms:modified xsi:type="dcterms:W3CDTF">2011-08-01T06:04:30Z</dcterms:modified>
  <cp:revision>1</cp:revision>
  <dc:title>Black and White Monochrome Illustration Group Project Presentation</dc:title>
</cp:coreProperties>
</file>